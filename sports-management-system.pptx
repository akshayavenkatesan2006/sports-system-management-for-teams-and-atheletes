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10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11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notesSlides/notesSlide12.xml" ContentType="application/vnd.openxmlformats-officedocument.presentationml.notesSlide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84" r:id="rId4"/>
    <p:sldId id="288" r:id="rId5"/>
    <p:sldId id="286" r:id="rId6"/>
    <p:sldId id="285" r:id="rId7"/>
    <p:sldId id="287" r:id="rId8"/>
    <p:sldId id="292" r:id="rId9"/>
    <p:sldId id="290" r:id="rId10"/>
    <p:sldId id="295" r:id="rId11"/>
    <p:sldId id="296" r:id="rId12"/>
    <p:sldId id="297" r:id="rId13"/>
    <p:sldId id="293" r:id="rId14"/>
    <p:sldId id="294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6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EBCCB7-7F24-4F4F-A1D0-D0711103265A}" v="10" dt="2026-04-29T08:27:14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aya akashaya" userId="5286097ba33e92aa" providerId="LiveId" clId="{BF9194A1-DDE8-4A0E-830B-D574779232D9}"/>
    <pc:docChg chg="undo redo custSel addSld delSld modSld">
      <pc:chgData name="akashaya akashaya" userId="5286097ba33e92aa" providerId="LiveId" clId="{BF9194A1-DDE8-4A0E-830B-D574779232D9}" dt="2026-04-29T08:40:23.218" v="321" actId="14100"/>
      <pc:docMkLst>
        <pc:docMk/>
      </pc:docMkLst>
      <pc:sldChg chg="addSp delSp modSp mod">
        <pc:chgData name="akashaya akashaya" userId="5286097ba33e92aa" providerId="LiveId" clId="{BF9194A1-DDE8-4A0E-830B-D574779232D9}" dt="2026-04-29T08:40:23.218" v="321" actId="14100"/>
        <pc:sldMkLst>
          <pc:docMk/>
          <pc:sldMk cId="852003174" sldId="290"/>
        </pc:sldMkLst>
        <pc:spChg chg="del mod">
          <ac:chgData name="akashaya akashaya" userId="5286097ba33e92aa" providerId="LiveId" clId="{BF9194A1-DDE8-4A0E-830B-D574779232D9}" dt="2026-04-29T08:22:37.108" v="240"/>
          <ac:spMkLst>
            <pc:docMk/>
            <pc:sldMk cId="852003174" sldId="290"/>
            <ac:spMk id="2" creationId="{EA93509B-BB05-79CF-D6F9-57FC518FA59D}"/>
          </ac:spMkLst>
        </pc:spChg>
        <pc:spChg chg="add del mod">
          <ac:chgData name="akashaya akashaya" userId="5286097ba33e92aa" providerId="LiveId" clId="{BF9194A1-DDE8-4A0E-830B-D574779232D9}" dt="2026-04-29T08:22:37.107" v="238"/>
          <ac:spMkLst>
            <pc:docMk/>
            <pc:sldMk cId="852003174" sldId="290"/>
            <ac:spMk id="4" creationId="{74C519D2-D411-F626-49BD-3F52D85DEC3A}"/>
          </ac:spMkLst>
        </pc:spChg>
        <pc:picChg chg="add del mod">
          <ac:chgData name="akashaya akashaya" userId="5286097ba33e92aa" providerId="LiveId" clId="{BF9194A1-DDE8-4A0E-830B-D574779232D9}" dt="2026-04-29T08:22:18.556" v="230" actId="478"/>
          <ac:picMkLst>
            <pc:docMk/>
            <pc:sldMk cId="852003174" sldId="290"/>
            <ac:picMk id="5" creationId="{51F9084A-C7B4-F4F4-5101-FF6C80E0BF0E}"/>
          </ac:picMkLst>
        </pc:picChg>
        <pc:picChg chg="add mod">
          <ac:chgData name="akashaya akashaya" userId="5286097ba33e92aa" providerId="LiveId" clId="{BF9194A1-DDE8-4A0E-830B-D574779232D9}" dt="2026-04-29T08:24:12.887" v="273" actId="1076"/>
          <ac:picMkLst>
            <pc:docMk/>
            <pc:sldMk cId="852003174" sldId="290"/>
            <ac:picMk id="6" creationId="{6CACBB04-C429-8D70-B953-F6BA2C507554}"/>
          </ac:picMkLst>
        </pc:picChg>
        <pc:picChg chg="add del mod">
          <ac:chgData name="akashaya akashaya" userId="5286097ba33e92aa" providerId="LiveId" clId="{BF9194A1-DDE8-4A0E-830B-D574779232D9}" dt="2026-04-29T08:22:21.991" v="232" actId="478"/>
          <ac:picMkLst>
            <pc:docMk/>
            <pc:sldMk cId="852003174" sldId="290"/>
            <ac:picMk id="7" creationId="{33DD905A-F98D-E374-4FBE-EF09D2ADD033}"/>
          </ac:picMkLst>
        </pc:picChg>
        <pc:picChg chg="add mod">
          <ac:chgData name="akashaya akashaya" userId="5286097ba33e92aa" providerId="LiveId" clId="{BF9194A1-DDE8-4A0E-830B-D574779232D9}" dt="2026-04-29T08:40:23.218" v="321" actId="14100"/>
          <ac:picMkLst>
            <pc:docMk/>
            <pc:sldMk cId="852003174" sldId="290"/>
            <ac:picMk id="10" creationId="{314DBCC9-F386-7E99-78E3-8942F6A6FB60}"/>
          </ac:picMkLst>
        </pc:picChg>
      </pc:sldChg>
      <pc:sldChg chg="addSp delSp modSp mod">
        <pc:chgData name="akashaya akashaya" userId="5286097ba33e92aa" providerId="LiveId" clId="{BF9194A1-DDE8-4A0E-830B-D574779232D9}" dt="2026-04-29T08:24:48.309" v="282" actId="14100"/>
        <pc:sldMkLst>
          <pc:docMk/>
          <pc:sldMk cId="2317326525" sldId="295"/>
        </pc:sldMkLst>
        <pc:spChg chg="del mod">
          <ac:chgData name="akashaya akashaya" userId="5286097ba33e92aa" providerId="LiveId" clId="{BF9194A1-DDE8-4A0E-830B-D574779232D9}" dt="2026-04-29T08:23:03.210" v="247"/>
          <ac:spMkLst>
            <pc:docMk/>
            <pc:sldMk cId="2317326525" sldId="295"/>
            <ac:spMk id="2" creationId="{F5E4CB9C-4B07-7CC0-F2D2-6E11B59B2C04}"/>
          </ac:spMkLst>
        </pc:spChg>
        <pc:spChg chg="del mod">
          <ac:chgData name="akashaya akashaya" userId="5286097ba33e92aa" providerId="LiveId" clId="{BF9194A1-DDE8-4A0E-830B-D574779232D9}" dt="2026-04-29T08:23:03.210" v="249"/>
          <ac:spMkLst>
            <pc:docMk/>
            <pc:sldMk cId="2317326525" sldId="295"/>
            <ac:spMk id="5" creationId="{1384F0F7-54A9-B5FE-B359-46C71C56FCAC}"/>
          </ac:spMkLst>
        </pc:spChg>
        <pc:picChg chg="del">
          <ac:chgData name="akashaya akashaya" userId="5286097ba33e92aa" providerId="LiveId" clId="{BF9194A1-DDE8-4A0E-830B-D574779232D9}" dt="2026-04-29T08:22:50.912" v="241" actId="478"/>
          <ac:picMkLst>
            <pc:docMk/>
            <pc:sldMk cId="2317326525" sldId="295"/>
            <ac:picMk id="4" creationId="{A085D924-9728-2EB7-126E-6A26835F57D5}"/>
          </ac:picMkLst>
        </pc:picChg>
        <pc:picChg chg="add del mod">
          <ac:chgData name="akashaya akashaya" userId="5286097ba33e92aa" providerId="LiveId" clId="{BF9194A1-DDE8-4A0E-830B-D574779232D9}" dt="2026-04-29T08:24:01.378" v="269" actId="21"/>
          <ac:picMkLst>
            <pc:docMk/>
            <pc:sldMk cId="2317326525" sldId="295"/>
            <ac:picMk id="6" creationId="{314DBCC9-F386-7E99-78E3-8942F6A6FB60}"/>
          </ac:picMkLst>
        </pc:picChg>
        <pc:picChg chg="add mod">
          <ac:chgData name="akashaya akashaya" userId="5286097ba33e92aa" providerId="LiveId" clId="{BF9194A1-DDE8-4A0E-830B-D574779232D9}" dt="2026-04-29T08:24:20.270" v="275"/>
          <ac:picMkLst>
            <pc:docMk/>
            <pc:sldMk cId="2317326525" sldId="295"/>
            <ac:picMk id="7" creationId="{D0F477F8-2EFC-FB95-A49B-6F90CD400C63}"/>
          </ac:picMkLst>
        </pc:picChg>
        <pc:picChg chg="del">
          <ac:chgData name="akashaya akashaya" userId="5286097ba33e92aa" providerId="LiveId" clId="{BF9194A1-DDE8-4A0E-830B-D574779232D9}" dt="2026-04-29T08:22:52.406" v="242" actId="478"/>
          <ac:picMkLst>
            <pc:docMk/>
            <pc:sldMk cId="2317326525" sldId="295"/>
            <ac:picMk id="10" creationId="{B7C7FF47-E4B2-46D7-8C43-06F7C2E2AAC8}"/>
          </ac:picMkLst>
        </pc:picChg>
        <pc:picChg chg="add mod">
          <ac:chgData name="akashaya akashaya" userId="5286097ba33e92aa" providerId="LiveId" clId="{BF9194A1-DDE8-4A0E-830B-D574779232D9}" dt="2026-04-29T08:24:48.309" v="282" actId="14100"/>
          <ac:picMkLst>
            <pc:docMk/>
            <pc:sldMk cId="2317326525" sldId="295"/>
            <ac:picMk id="11" creationId="{39ABDE11-8A5E-F183-2CEB-ED12F027B7E0}"/>
          </ac:picMkLst>
        </pc:picChg>
      </pc:sldChg>
      <pc:sldChg chg="addSp delSp modSp mod">
        <pc:chgData name="akashaya akashaya" userId="5286097ba33e92aa" providerId="LiveId" clId="{BF9194A1-DDE8-4A0E-830B-D574779232D9}" dt="2026-04-29T08:25:31.218" v="293" actId="1076"/>
        <pc:sldMkLst>
          <pc:docMk/>
          <pc:sldMk cId="331109760" sldId="296"/>
        </pc:sldMkLst>
        <pc:spChg chg="del mod">
          <ac:chgData name="akashaya akashaya" userId="5286097ba33e92aa" providerId="LiveId" clId="{BF9194A1-DDE8-4A0E-830B-D574779232D9}" dt="2026-04-29T08:23:41.507" v="260"/>
          <ac:spMkLst>
            <pc:docMk/>
            <pc:sldMk cId="331109760" sldId="296"/>
            <ac:spMk id="2" creationId="{4B8DB2B8-1517-930E-BEE7-E4DA84DD810D}"/>
          </ac:spMkLst>
        </pc:spChg>
        <pc:spChg chg="del mod">
          <ac:chgData name="akashaya akashaya" userId="5286097ba33e92aa" providerId="LiveId" clId="{BF9194A1-DDE8-4A0E-830B-D574779232D9}" dt="2026-04-29T08:23:41.507" v="262"/>
          <ac:spMkLst>
            <pc:docMk/>
            <pc:sldMk cId="331109760" sldId="296"/>
            <ac:spMk id="5" creationId="{005196E7-2F65-5375-1FEF-F780FBDE54D4}"/>
          </ac:spMkLst>
        </pc:spChg>
        <pc:picChg chg="del">
          <ac:chgData name="akashaya akashaya" userId="5286097ba33e92aa" providerId="LiveId" clId="{BF9194A1-DDE8-4A0E-830B-D574779232D9}" dt="2026-04-29T08:23:20.197" v="250" actId="478"/>
          <ac:picMkLst>
            <pc:docMk/>
            <pc:sldMk cId="331109760" sldId="296"/>
            <ac:picMk id="4" creationId="{9F696450-2120-0658-AF88-605ACC990A95}"/>
          </ac:picMkLst>
        </pc:picChg>
        <pc:picChg chg="add del mod">
          <ac:chgData name="akashaya akashaya" userId="5286097ba33e92aa" providerId="LiveId" clId="{BF9194A1-DDE8-4A0E-830B-D574779232D9}" dt="2026-04-29T08:24:17.573" v="274" actId="21"/>
          <ac:picMkLst>
            <pc:docMk/>
            <pc:sldMk cId="331109760" sldId="296"/>
            <ac:picMk id="6" creationId="{D0F477F8-2EFC-FB95-A49B-6F90CD400C63}"/>
          </ac:picMkLst>
        </pc:picChg>
        <pc:picChg chg="add mod">
          <ac:chgData name="akashaya akashaya" userId="5286097ba33e92aa" providerId="LiveId" clId="{BF9194A1-DDE8-4A0E-830B-D574779232D9}" dt="2026-04-29T08:25:13.829" v="289" actId="14100"/>
          <ac:picMkLst>
            <pc:docMk/>
            <pc:sldMk cId="331109760" sldId="296"/>
            <ac:picMk id="7" creationId="{855BD9BC-2280-9014-79E1-2A17F4B234D8}"/>
          </ac:picMkLst>
        </pc:picChg>
        <pc:picChg chg="del">
          <ac:chgData name="akashaya akashaya" userId="5286097ba33e92aa" providerId="LiveId" clId="{BF9194A1-DDE8-4A0E-830B-D574779232D9}" dt="2026-04-29T08:23:22.060" v="251" actId="478"/>
          <ac:picMkLst>
            <pc:docMk/>
            <pc:sldMk cId="331109760" sldId="296"/>
            <ac:picMk id="10" creationId="{20CBEBA8-38BB-8FFF-B225-6EF9D6D2AC01}"/>
          </ac:picMkLst>
        </pc:picChg>
        <pc:picChg chg="add mod">
          <ac:chgData name="akashaya akashaya" userId="5286097ba33e92aa" providerId="LiveId" clId="{BF9194A1-DDE8-4A0E-830B-D574779232D9}" dt="2026-04-29T08:25:31.218" v="293" actId="1076"/>
          <ac:picMkLst>
            <pc:docMk/>
            <pc:sldMk cId="331109760" sldId="296"/>
            <ac:picMk id="11" creationId="{5B5FEB20-C2B4-37E0-1B9A-5061C8C492D7}"/>
          </ac:picMkLst>
        </pc:picChg>
      </pc:sldChg>
      <pc:sldChg chg="addSp delSp modSp mod">
        <pc:chgData name="akashaya akashaya" userId="5286097ba33e92aa" providerId="LiveId" clId="{BF9194A1-DDE8-4A0E-830B-D574779232D9}" dt="2026-04-29T08:27:44.745" v="318" actId="14100"/>
        <pc:sldMkLst>
          <pc:docMk/>
          <pc:sldMk cId="3051814274" sldId="297"/>
        </pc:sldMkLst>
        <pc:spChg chg="del mod">
          <ac:chgData name="akashaya akashaya" userId="5286097ba33e92aa" providerId="LiveId" clId="{BF9194A1-DDE8-4A0E-830B-D574779232D9}" dt="2026-04-29T08:25:57.565" v="299"/>
          <ac:spMkLst>
            <pc:docMk/>
            <pc:sldMk cId="3051814274" sldId="297"/>
            <ac:spMk id="2" creationId="{7F46462F-E8A2-24A8-74F1-B63675B079F4}"/>
          </ac:spMkLst>
        </pc:spChg>
        <pc:spChg chg="del mod">
          <ac:chgData name="akashaya akashaya" userId="5286097ba33e92aa" providerId="LiveId" clId="{BF9194A1-DDE8-4A0E-830B-D574779232D9}" dt="2026-04-29T08:25:57.565" v="301"/>
          <ac:spMkLst>
            <pc:docMk/>
            <pc:sldMk cId="3051814274" sldId="297"/>
            <ac:spMk id="5" creationId="{7F6C9B83-264F-CBBC-09D7-A1FBD2C4BFD2}"/>
          </ac:spMkLst>
        </pc:spChg>
        <pc:picChg chg="del">
          <ac:chgData name="akashaya akashaya" userId="5286097ba33e92aa" providerId="LiveId" clId="{BF9194A1-DDE8-4A0E-830B-D574779232D9}" dt="2026-04-29T08:25:43.187" v="294" actId="478"/>
          <ac:picMkLst>
            <pc:docMk/>
            <pc:sldMk cId="3051814274" sldId="297"/>
            <ac:picMk id="4" creationId="{14518608-AA9F-C5A6-F00F-4528D4A16A15}"/>
          </ac:picMkLst>
        </pc:picChg>
        <pc:picChg chg="add mod">
          <ac:chgData name="akashaya akashaya" userId="5286097ba33e92aa" providerId="LiveId" clId="{BF9194A1-DDE8-4A0E-830B-D574779232D9}" dt="2026-04-29T08:27:36.644" v="315" actId="1076"/>
          <ac:picMkLst>
            <pc:docMk/>
            <pc:sldMk cId="3051814274" sldId="297"/>
            <ac:picMk id="6" creationId="{2CD56D3D-7164-B174-4656-7ECA5E95D168}"/>
          </ac:picMkLst>
        </pc:picChg>
        <pc:picChg chg="add mod">
          <ac:chgData name="akashaya akashaya" userId="5286097ba33e92aa" providerId="LiveId" clId="{BF9194A1-DDE8-4A0E-830B-D574779232D9}" dt="2026-04-29T08:27:44.745" v="318" actId="14100"/>
          <ac:picMkLst>
            <pc:docMk/>
            <pc:sldMk cId="3051814274" sldId="297"/>
            <ac:picMk id="7" creationId="{BC69ED99-DADC-35F4-9136-0B96BFA48AAC}"/>
          </ac:picMkLst>
        </pc:picChg>
        <pc:picChg chg="del">
          <ac:chgData name="akashaya akashaya" userId="5286097ba33e92aa" providerId="LiveId" clId="{BF9194A1-DDE8-4A0E-830B-D574779232D9}" dt="2026-04-29T08:25:44.734" v="295" actId="478"/>
          <ac:picMkLst>
            <pc:docMk/>
            <pc:sldMk cId="3051814274" sldId="297"/>
            <ac:picMk id="10" creationId="{E41BBF2B-6DE6-B929-74F8-CA772B312CDC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4:56.45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486 23 4915,'-204'-12'2702,"134"5"-1869,-129 4-1,187 7-552,15 3 88,20 7 164,9-2-208,0-2-1,0-2 1,0-1-1,35 3 0,16 4 336,-30-4-126,1-2 0,92 1 0,-126-9-503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10.675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1993 162 4915,'-14'-24'57,"-1"1"-1,-30-35 1,41 53-17,0 0-1,0 1 1,0-1 0,-1 1 0,0 0-1,0 0 1,-6-4 0,10 8-20,-1-1 0,0 0 0,1 1 1,-1-1-1,1 1 0,-1 0 0,0-1 1,1 1-1,-1 0 0,0 0 0,1 0 0,-1 0 1,0 0-1,1 0 0,-1 1 0,0-1 0,1 0 1,-1 1-1,1 0 0,-1-1 0,1 1 1,-1 0-1,1 0 0,-1-1 0,1 1 0,0 0 1,-1 1-1,1-1 0,0 0 0,0 0 0,-1 2 1,-30 37 499,-13 13 325,35-42-701,-2 0-1,1-1 0,-2 0 1,1-1-1,-1-1 0,-1 0 1,1 0-1,-1-1 0,-1-1 0,-21 7 1,33-13-103,0 0 1,-1 0-1,1-1 1,0 1-1,-1-1 0,1 1 1,0-1-1,0 0 1,-1-1-1,1 1 1,0 0-1,0-1 1,0 1-1,1-1 1,-4-2-1,2 1 27,-1 0 0,0 0 0,0 1 0,0 0 0,-7-2 0,-61-8 597,48 9-327,0-2 1,-41-11 0,43 11-70,-1 0 0,0 2-1,0 1 1,0 1 0,-34 3 0,30-2 260,57 2-204,32-1 112,-57-1-403,-1 0 0,1 0 0,-1-1 0,1 0 0,-1 0 0,1 0-1,-1 0 1,1 0 0,-1 0 0,0-1 0,0 0 0,6-3 0,-8 4-46,0 0-1,0 0 1,0 0-1,0-1 0,0 1 1,0 0-1,-1-1 1,1 1-1,0 0 1,-1-1-1,1 1 0,0-1 1,-1 1-1,0-1 1,1 1-1,-1-1 1,0 1-1,0-1 0,0 1 1,0-1-1,0 0 1,-1-1-1,1-1-19,-2 1 0,1-1 1,0 1-1,-1-1 0,1 1 0,-1-1 0,0 1 0,0 0 1,-3-3-1,0 0-18,0 0 1,-1 0 0,1 1-1,-1-1 1,-1 2 0,1-1-1,-1 1 1,-9-6 0,15 10 53,-1-1 1,1 1-1,0-1 1,0 1-1,-1-1 1,1 1 0,0 0-1,-1 0 1,1-1-1,-1 1 1,1 0-1,0 0 1,-1 0 0,1 1-1,-1-1 1,1 0-1,0 1 1,-1-1-1,1 0 1,0 1 0,0-1-1,-1 1 1,1 0-1,0 0 1,-2 1 0,0 1 21,1 0 0,0 0 0,-1 1 0,1-1 0,0 1 0,0-1 0,-1 5 0,2-4 0,-1 0 1,1-1-1,-1 1 1,0-1-1,0 0 1,-1 1-1,1-1 1,-1 0-1,-3 3 1,2-3 7,-1 0 1,0 0-1,-1-1 0,1 1 1,0-1-1,-1 0 1,1-1-1,-12 2 0,-52 3 214,15-3 6,-56 7 557,-185-7 0,149-5-285,-218 2 1085,399-13-1238,3 7-163,1 2 1,0 2 0,61 3-1,-27 1 96,-41 0-96,0 2 0,0 1 0,0 2 0,57 20 0,-54-16 12,1 0 0,0-3-1,46 6 1,-62-11-175,0 0 1,0 2-1,0 1 0,0 0 0,35 18 0,32 11-51,-12-4 4,-55-21 0,0-1 0,33 9 0,-46-16 0,-1-1 0,0 0 0,0 0 0,1 0 0,-1-1 0,1 0 0,-1-1 0,0 1 0,1-1 0,-1 0 0,0-1 0,0 1 0,8-4 0,38-18 0,-13 5 0,53-17 0,-60 26 0,43-7 0,123-23 0,-163 32 0,51-15 0,7-2 0,-62 18 0,29-6 0,0 2 0,114-4 0,184 15 0,-342-2 0,0-1 0,30-6 0,-28 4 0,0 1 0,21-2 0,72 5 0,-49 1 0,118-14 0,-137 8 0,0 2 0,60 3 0,46-2 0,-81-9 0,-46 7 0,43-4 0,213 8 0,-131 1 0,-116 0 0,50 10 0,-49-6 0,47 2 0,25-9 0,72 3 0,-55 21 0,-107-19 0,-18 3 0,-24 3 0,-220 35 0,207-40 0,-80-5 0,92-1 0,0 1 0,0 1 0,0 2 0,0 1 0,-48 10 0,46-3 0,17-5 0,1 0 0,-1-1 0,-1-1 0,-23 2 0,-30-4 0,0-4 0,-89-14 0,133 15 0,3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2.23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2.71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2.881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3.072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3.974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4915,'4'0'180,"5"0"0,4 0 1,5 0-1,2 0 0,2 0 0,1 0 1,-4 0-181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5.213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280 68 4915,'-7'-6'50,"0"1"0,-1-1 0,1 1-1,-1 0 1,0 1 0,-1 0 0,1 1 0,-1-1 0,0 1-1,-11-2 1,-12-1 292,-49-3 0,28 7 48,40 1-25,37 2-9,74-2 497,60 4 289,-157-4-1129,-1 1-1,1 0 1,0 0 0,-1 0 0,1 0 0,-1 0 0,1 0-1,0 0 1,-1 0 0,1 1 0,-1-1 0,1 0 0,0 0-1,-1 0 1,1 1 0,-1-1 0,1 0 0,-1 0 0,1 1-1,-1-1 1,1 1 0,-1-1 0,1 0 0,-1 1 0,0-1-1,1 1 1,-1-1 0,0 1 0,1-1 0,-1 1-1,0-1 1,0 1 0,1 0 0,-1-1 0,0 1 0,0-1-1,0 2 1,0-1 6,-1 0 0,1 0 0,-1 1 0,1-1 0,-1 0 0,1 0 0,-1 0-1,0 0 1,0 0 0,0 0 0,0-1 0,1 1 0,-1 0 0,0 0 0,0-1 0,0 1 0,-2 0-1,-12 6 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3.712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208 35 4915,'0'-29'225,"0"23"-44,0 20-46,0-9-62,0 0-1,0 0 1,-1 1 0,1-1 0,-1 0 0,0 0 0,-4 8 0,4-11-35,0 1 1,-1-1 0,1 0 0,-1 1 0,0-1 0,0 0 0,0 0 0,0 0 0,0-1-1,0 1 1,-1 0 0,1-1 0,0 1 0,-1-1 0,1 0 0,-4 1 0,-14 6 260,-35 9 0,49-16-246,0 1 1,0-1-1,0-1 1,-1 1-1,1-1 0,0 0 1,0 0-1,0 0 1,-1-1-1,-8-2 1,15 2-42,-1 1 0,0-1 1,1 1-1,-1-1 1,0 1-1,1-1 0,-1 1 1,0-1-1,1 1 1,-1-1-1,1 0 0,-1 0 1,1 1-1,0-1 0,-1 0 1,1 1-1,0-1 1,-1 0-1,1 0 0,0 0 1,0 0-1,0 1 1,0-1-1,-1 0 0,1 0 1,0 0-1,1 0 1,-1 1-1,0-1 0,0 0 1,0 0-1,1-1 0,11-34-100,-4 12 55,-7 6 4,-4 4 24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4.248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1 1 4915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4.41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1 1 4915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5.26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 1 4915,'0'4'180,"0"4"0,4 6 75,1 3-74,-1 4-1,0 1 0,3-3 0,-1-1 0,0-3-180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5.642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0 1 4915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6.931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2 216 4915,'0'-33'-2,"-1"8"8,1 0-1,1 0 0,1 0 1,1 1-1,9-34 0,-8 76 600,-2 15-339,-2-10-116,0-2-120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7.289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7.465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8.098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0 103 4915,'0'-4'0,"0"-8"0,0-7 0,4-4 0,1-1 0,0 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4:56.45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486 23 4915,'-204'-12'2702,"134"5"-1869,-129 4-1,187 7-552,15 3 88,20 7 164,9-2-208,0-2-1,0-2 1,0-1-1,35 3 0,16 4 336,-30-4-126,1-2 0,92 1 0,-126-9-503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10.675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1993 162 4915,'-14'-24'57,"-1"1"-1,-30-35 1,41 53-17,0 0-1,0 1 1,0-1 0,-1 1 0,0 0-1,0 0 1,-6-4 0,10 8-20,-1-1 0,0 0 0,1 1 1,-1-1-1,1 1 0,-1 0 0,0-1 1,1 1-1,-1 0 0,0 0 0,1 0 0,-1 0 1,0 0-1,1 0 0,-1 1 0,0-1 0,1 0 1,-1 1-1,1 0 0,-1-1 0,1 1 1,-1 0-1,1 0 0,-1-1 0,1 1 0,0 0 1,-1 1-1,1-1 0,0 0 0,0 0 0,-1 2 1,-30 37 499,-13 13 325,35-42-701,-2 0-1,1-1 0,-2 0 1,1-1-1,-1-1 0,-1 0 1,1 0-1,-1-1 0,-1-1 0,-21 7 1,33-13-103,0 0 1,-1 0-1,1-1 1,0 1-1,-1-1 0,1 1 1,0-1-1,0 0 1,-1-1-1,1 1 1,0 0-1,0-1 1,0 1-1,1-1 1,-4-2-1,2 1 27,-1 0 0,0 0 0,0 1 0,0 0 0,-7-2 0,-61-8 597,48 9-327,0-2 1,-41-11 0,43 11-70,-1 0 0,0 2-1,0 1 1,0 1 0,-34 3 0,30-2 260,57 2-204,32-1 112,-57-1-403,-1 0 0,1 0 0,-1-1 0,1 0 0,-1 0 0,1 0-1,-1 0 1,1 0 0,-1 0 0,0-1 0,0 0 0,6-3 0,-8 4-46,0 0-1,0 0 1,0 0-1,0-1 0,0 1 1,0 0-1,-1-1 1,1 1-1,0 0 1,-1-1-1,1 1 0,0-1 1,-1 1-1,0-1 1,1 1-1,-1-1 1,0 1-1,0-1 0,0 1 1,0-1-1,0 0 1,-1-1-1,1-1-19,-2 1 0,1-1 1,0 1-1,-1-1 0,1 1 0,-1-1 0,0 1 0,0 0 1,-3-3-1,0 0-18,0 0 1,-1 0 0,1 1-1,-1-1 1,-1 2 0,1-1-1,-1 1 1,-9-6 0,15 10 53,-1-1 1,1 1-1,0-1 1,0 1-1,-1-1 1,1 1 0,0 0-1,-1 0 1,1-1-1,-1 1 1,1 0-1,0 0 1,-1 0 0,1 1-1,-1-1 1,1 0-1,0 1 1,-1-1-1,1 0 1,0 1 0,0-1-1,-1 1 1,1 0-1,0 0 1,-2 1 0,0 1 21,1 0 0,0 0 0,-1 1 0,1-1 0,0 1 0,0-1 0,-1 5 0,2-4 0,-1 0 1,1-1-1,-1 1 1,0-1-1,0 0 1,-1 1-1,1-1 1,-1 0-1,-3 3 1,2-3 7,-1 0 1,0 0-1,-1-1 0,1 1 1,0-1-1,-1 0 1,1-1-1,-12 2 0,-52 3 214,15-3 6,-56 7 557,-185-7 0,149-5-285,-218 2 1085,399-13-1238,3 7-163,1 2 1,0 2 0,61 3-1,-27 1 96,-41 0-96,0 2 0,0 1 0,0 2 0,57 20 0,-54-16 12,1 0 0,0-3-1,46 6 1,-62-11-175,0 0 1,0 2-1,0 1 0,0 0 0,35 18 0,32 11-51,-12-4 4,-55-21 0,0-1 0,33 9 0,-46-16 0,-1-1 0,0 0 0,0 0 0,1 0 0,-1-1 0,1 0 0,-1-1 0,0 1 0,1-1 0,-1 0 0,0-1 0,0 1 0,8-4 0,38-18 0,-13 5 0,53-17 0,-60 26 0,43-7 0,123-23 0,-163 32 0,51-15 0,7-2 0,-62 18 0,29-6 0,0 2 0,114-4 0,184 15 0,-342-2 0,0-1 0,30-6 0,-28 4 0,0 1 0,21-2 0,72 5 0,-49 1 0,118-14 0,-137 8 0,0 2 0,60 3 0,46-2 0,-81-9 0,-46 7 0,43-4 0,213 8 0,-131 1 0,-116 0 0,50 10 0,-49-6 0,47 2 0,25-9 0,72 3 0,-55 21 0,-107-19 0,-18 3 0,-24 3 0,-220 35 0,207-40 0,-80-5 0,92-1 0,0 1 0,0 1 0,0 2 0,0 1 0,-48 10 0,46-3 0,17-5 0,1 0 0,-1-1 0,-1-1 0,-23 2 0,-30-4 0,0-4 0,-89-14 0,133 15 0,3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2.23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2.71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2.881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3.072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3.974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4915,'4'0'180,"5"0"0,4 0 1,5 0-1,2 0 0,2 0 0,1 0 1,-4 0-181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5.213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280 68 4915,'-7'-6'50,"0"1"0,-1-1 0,1 1-1,-1 0 1,0 1 0,-1 0 0,1 1 0,-1-1 0,0 1-1,-11-2 1,-12-1 292,-49-3 0,28 7 48,40 1-25,37 2-9,74-2 497,60 4 289,-157-4-1129,-1 1-1,1 0 1,0 0 0,-1 0 0,1 0 0,-1 0 0,1 0-1,0 0 1,-1 0 0,1 1 0,-1-1 0,1 0 0,0 0-1,-1 0 1,1 1 0,-1-1 0,1 0 0,-1 0 0,1 1-1,-1-1 1,1 1 0,-1-1 0,1 0 0,-1 1 0,0-1-1,1 1 1,-1-1 0,0 1 0,1-1 0,-1 1-1,0-1 1,0 1 0,1 0 0,-1-1 0,0 1 0,0-1-1,0 2 1,0-1 6,-1 0 0,1 0 0,-1 1 0,1-1 0,-1 0 0,1 0 0,-1 0-1,0 0 1,0 0 0,0 0 0,0-1 0,1 1 0,-1 0 0,0 0 0,0-1 0,0 1 0,-2 0-1,-12 6 12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3.712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208 35 4915,'0'-29'225,"0"23"-44,0 20-46,0-9-62,0 0-1,0 0 1,-1 1 0,1-1 0,-1 0 0,0 0 0,-4 8 0,4-11-35,0 1 1,-1-1 0,1 0 0,-1 1 0,0-1 0,0 0 0,0 0 0,0 0 0,0-1-1,0 1 1,-1 0 0,1-1 0,0 1 0,-1-1 0,1 0 0,-4 1 0,-14 6 260,-35 9 0,49-16-246,0 1 1,0-1-1,0-1 1,-1 1-1,1-1 0,0 0 1,0 0-1,0 0 1,-1-1-1,-8-2 1,15 2-42,-1 1 0,0-1 1,1 1-1,-1-1 1,0 1-1,1-1 0,-1 1 1,0-1-1,1 1 1,-1-1-1,1 0 0,-1 0 1,1 1-1,0-1 0,-1 0 1,1 1-1,0-1 1,-1 0-1,1 0 0,0 0 1,0 0-1,0 1 1,0-1-1,-1 0 0,1 0 1,0 0-1,1 0 1,-1 1-1,0-1 0,0 0 1,0 0-1,1-1 0,11-34-100,-4 12 55,-7 6 4,-4 4 24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4.248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1 1 4915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4.41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1 1 4915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5.26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 1 4915,'0'4'180,"0"4"0,4 6 75,1 3-74,-1 4-1,0 1 0,3-3 0,-1-1 0,0-3-180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5.642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0 1 4915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6.931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2 216 4915,'0'-33'-2,"-1"8"8,1 0-1,1 0 0,1 0 1,1 1-1,9-34 0,-8 76 600,-2 15-339,-2-10-116,0-2-120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7.289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7.465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8.098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0 103 4915,'0'-4'0,"0"-8"0,0-7 0,4-4 0,1-1 0,0 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4:56.45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486 23 4915,'-204'-12'2702,"134"5"-1869,-129 4-1,187 7-552,15 3 88,20 7 164,9-2-208,0-2-1,0-2 1,0-1-1,35 3 0,16 4 336,-30-4-126,1-2 0,92 1 0,-126-9-503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10.675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1993 162 4915,'-14'-24'57,"-1"1"-1,-30-35 1,41 53-17,0 0-1,0 1 1,0-1 0,-1 1 0,0 0-1,0 0 1,-6-4 0,10 8-20,-1-1 0,0 0 0,1 1 1,-1-1-1,1 1 0,-1 0 0,0-1 1,1 1-1,-1 0 0,0 0 0,1 0 0,-1 0 1,0 0-1,1 0 0,-1 1 0,0-1 0,1 0 1,-1 1-1,1 0 0,-1-1 0,1 1 1,-1 0-1,1 0 0,-1-1 0,1 1 0,0 0 1,-1 1-1,1-1 0,0 0 0,0 0 0,-1 2 1,-30 37 499,-13 13 325,35-42-701,-2 0-1,1-1 0,-2 0 1,1-1-1,-1-1 0,-1 0 1,1 0-1,-1-1 0,-1-1 0,-21 7 1,33-13-103,0 0 1,-1 0-1,1-1 1,0 1-1,-1-1 0,1 1 1,0-1-1,0 0 1,-1-1-1,1 1 1,0 0-1,0-1 1,0 1-1,1-1 1,-4-2-1,2 1 27,-1 0 0,0 0 0,0 1 0,0 0 0,-7-2 0,-61-8 597,48 9-327,0-2 1,-41-11 0,43 11-70,-1 0 0,0 2-1,0 1 1,0 1 0,-34 3 0,30-2 260,57 2-204,32-1 112,-57-1-403,-1 0 0,1 0 0,-1-1 0,1 0 0,-1 0 0,1 0-1,-1 0 1,1 0 0,-1 0 0,0-1 0,0 0 0,6-3 0,-8 4-46,0 0-1,0 0 1,0 0-1,0-1 0,0 1 1,0 0-1,-1-1 1,1 1-1,0 0 1,-1-1-1,1 1 0,0-1 1,-1 1-1,0-1 1,1 1-1,-1-1 1,0 1-1,0-1 0,0 1 1,0-1-1,0 0 1,-1-1-1,1-1-19,-2 1 0,1-1 1,0 1-1,-1-1 0,1 1 0,-1-1 0,0 1 0,0 0 1,-3-3-1,0 0-18,0 0 1,-1 0 0,1 1-1,-1-1 1,-1 2 0,1-1-1,-1 1 1,-9-6 0,15 10 53,-1-1 1,1 1-1,0-1 1,0 1-1,-1-1 1,1 1 0,0 0-1,-1 0 1,1-1-1,-1 1 1,1 0-1,0 0 1,-1 0 0,1 1-1,-1-1 1,1 0-1,0 1 1,-1-1-1,1 0 1,0 1 0,0-1-1,-1 1 1,1 0-1,0 0 1,-2 1 0,0 1 21,1 0 0,0 0 0,-1 1 0,1-1 0,0 1 0,0-1 0,-1 5 0,2-4 0,-1 0 1,1-1-1,-1 1 1,0-1-1,0 0 1,-1 1-1,1-1 1,-1 0-1,-3 3 1,2-3 7,-1 0 1,0 0-1,-1-1 0,1 1 1,0-1-1,-1 0 1,1-1-1,-12 2 0,-52 3 214,15-3 6,-56 7 557,-185-7 0,149-5-285,-218 2 1085,399-13-1238,3 7-163,1 2 1,0 2 0,61 3-1,-27 1 96,-41 0-96,0 2 0,0 1 0,0 2 0,57 20 0,-54-16 12,1 0 0,0-3-1,46 6 1,-62-11-175,0 0 1,0 2-1,0 1 0,0 0 0,35 18 0,32 11-51,-12-4 4,-55-21 0,0-1 0,33 9 0,-46-16 0,-1-1 0,0 0 0,0 0 0,1 0 0,-1-1 0,1 0 0,-1-1 0,0 1 0,1-1 0,-1 0 0,0-1 0,0 1 0,8-4 0,38-18 0,-13 5 0,53-17 0,-60 26 0,43-7 0,123-23 0,-163 32 0,51-15 0,7-2 0,-62 18 0,29-6 0,0 2 0,114-4 0,184 15 0,-342-2 0,0-1 0,30-6 0,-28 4 0,0 1 0,21-2 0,72 5 0,-49 1 0,118-14 0,-137 8 0,0 2 0,60 3 0,46-2 0,-81-9 0,-46 7 0,43-4 0,213 8 0,-131 1 0,-116 0 0,50 10 0,-49-6 0,47 2 0,25-9 0,72 3 0,-55 21 0,-107-19 0,-18 3 0,-24 3 0,-220 35 0,207-40 0,-80-5 0,92-1 0,0 1 0,0 1 0,0 2 0,0 1 0,-48 10 0,46-3 0,17-5 0,1 0 0,-1-1 0,-1-1 0,-23 2 0,-30-4 0,0-4 0,-89-14 0,133 15 0,3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2.23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2.71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2.881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3.072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3.974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4915,'4'0'180,"5"0"0,4 0 1,5 0-1,2 0 0,2 0 0,1 0 1,-4 0-181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5.213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280 68 4915,'-7'-6'50,"0"1"0,-1-1 0,1 1-1,-1 0 1,0 1 0,-1 0 0,1 1 0,-1-1 0,0 1-1,-11-2 1,-12-1 292,-49-3 0,28 7 48,40 1-25,37 2-9,74-2 497,60 4 289,-157-4-1129,-1 1-1,1 0 1,0 0 0,-1 0 0,1 0 0,-1 0 0,1 0-1,0 0 1,-1 0 0,1 1 0,-1-1 0,1 0 0,0 0-1,-1 0 1,1 1 0,-1-1 0,1 0 0,-1 0 0,1 1-1,-1-1 1,1 1 0,-1-1 0,1 0 0,-1 1 0,0-1-1,1 1 1,-1-1 0,0 1 0,1-1 0,-1 1-1,0-1 1,0 1 0,1 0 0,-1-1 0,0 1 0,0-1-1,0 2 1,0-1 6,-1 0 0,1 0 0,-1 1 0,1-1 0,-1 0 0,1 0 0,-1 0-1,0 0 1,0 0 0,0 0 0,0-1 0,1 1 0,-1 0 0,0 0 0,0-1 0,0 1 0,-2 0-1,-12 6 12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3.712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208 35 4915,'0'-29'225,"0"23"-44,0 20-46,0-9-62,0 0-1,0 0 1,-1 1 0,1-1 0,-1 0 0,0 0 0,-4 8 0,4-11-35,0 1 1,-1-1 0,1 0 0,-1 1 0,0-1 0,0 0 0,0 0 0,0 0 0,0-1-1,0 1 1,-1 0 0,1-1 0,0 1 0,-1-1 0,1 0 0,-4 1 0,-14 6 260,-35 9 0,49-16-246,0 1 1,0-1-1,0-1 1,-1 1-1,1-1 0,0 0 1,0 0-1,0 0 1,-1-1-1,-8-2 1,15 2-42,-1 1 0,0-1 1,1 1-1,-1-1 1,0 1-1,1-1 0,-1 1 1,0-1-1,1 1 1,-1-1-1,1 0 0,-1 0 1,1 1-1,0-1 0,-1 0 1,1 1-1,0-1 1,-1 0-1,1 0 0,0 0 1,0 0-1,0 1 1,0-1-1,-1 0 0,1 0 1,0 0-1,1 0 1,-1 1-1,0-1 0,0 0 1,0 0-1,1-1 0,11-34-100,-4 12 55,-7 6 4,-4 4 24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4.248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1 1 4915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4.41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1 1 4915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5.26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 1 4915,'0'4'180,"0"4"0,4 6 75,1 3-74,-1 4-1,0 1 0,3-3 0,-1-1 0,0-3-180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5.642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0 1 4915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6.931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2 216 4915,'0'-33'-2,"-1"8"8,1 0-1,1 0 0,1 0 1,1 1-1,9-34 0,-8 76 600,-2 15-339,-2-10-116,0-2-120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7.289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7.465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8.098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0 103 4915,'0'-4'0,"0"-8"0,0-7 0,4-4 0,1-1 0,0 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4:56.45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486 23 4915,'-204'-12'2702,"134"5"-1869,-129 4-1,187 7-552,15 3 88,20 7 164,9-2-208,0-2-1,0-2 1,0-1-1,35 3 0,16 4 336,-30-4-126,1-2 0,92 1 0,-126-9-503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10.675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1993 162 4915,'-14'-24'57,"-1"1"-1,-30-35 1,41 53-17,0 0-1,0 1 1,0-1 0,-1 1 0,0 0-1,0 0 1,-6-4 0,10 8-20,-1-1 0,0 0 0,1 1 1,-1-1-1,1 1 0,-1 0 0,0-1 1,1 1-1,-1 0 0,0 0 0,1 0 0,-1 0 1,0 0-1,1 0 0,-1 1 0,0-1 0,1 0 1,-1 1-1,1 0 0,-1-1 0,1 1 1,-1 0-1,1 0 0,-1-1 0,1 1 0,0 0 1,-1 1-1,1-1 0,0 0 0,0 0 0,-1 2 1,-30 37 499,-13 13 325,35-42-701,-2 0-1,1-1 0,-2 0 1,1-1-1,-1-1 0,-1 0 1,1 0-1,-1-1 0,-1-1 0,-21 7 1,33-13-103,0 0 1,-1 0-1,1-1 1,0 1-1,-1-1 0,1 1 1,0-1-1,0 0 1,-1-1-1,1 1 1,0 0-1,0-1 1,0 1-1,1-1 1,-4-2-1,2 1 27,-1 0 0,0 0 0,0 1 0,0 0 0,-7-2 0,-61-8 597,48 9-327,0-2 1,-41-11 0,43 11-70,-1 0 0,0 2-1,0 1 1,0 1 0,-34 3 0,30-2 260,57 2-204,32-1 112,-57-1-403,-1 0 0,1 0 0,-1-1 0,1 0 0,-1 0 0,1 0-1,-1 0 1,1 0 0,-1 0 0,0-1 0,0 0 0,6-3 0,-8 4-46,0 0-1,0 0 1,0 0-1,0-1 0,0 1 1,0 0-1,-1-1 1,1 1-1,0 0 1,-1-1-1,1 1 0,0-1 1,-1 1-1,0-1 1,1 1-1,-1-1 1,0 1-1,0-1 0,0 1 1,0-1-1,0 0 1,-1-1-1,1-1-19,-2 1 0,1-1 1,0 1-1,-1-1 0,1 1 0,-1-1 0,0 1 0,0 0 1,-3-3-1,0 0-18,0 0 1,-1 0 0,1 1-1,-1-1 1,-1 2 0,1-1-1,-1 1 1,-9-6 0,15 10 53,-1-1 1,1 1-1,0-1 1,0 1-1,-1-1 1,1 1 0,0 0-1,-1 0 1,1-1-1,-1 1 1,1 0-1,0 0 1,-1 0 0,1 1-1,-1-1 1,1 0-1,0 1 1,-1-1-1,1 0 1,0 1 0,0-1-1,-1 1 1,1 0-1,0 0 1,-2 1 0,0 1 21,1 0 0,0 0 0,-1 1 0,1-1 0,0 1 0,0-1 0,-1 5 0,2-4 0,-1 0 1,1-1-1,-1 1 1,0-1-1,0 0 1,-1 1-1,1-1 1,-1 0-1,-3 3 1,2-3 7,-1 0 1,0 0-1,-1-1 0,1 1 1,0-1-1,-1 0 1,1-1-1,-12 2 0,-52 3 214,15-3 6,-56 7 557,-185-7 0,149-5-285,-218 2 1085,399-13-1238,3 7-163,1 2 1,0 2 0,61 3-1,-27 1 96,-41 0-96,0 2 0,0 1 0,0 2 0,57 20 0,-54-16 12,1 0 0,0-3-1,46 6 1,-62-11-175,0 0 1,0 2-1,0 1 0,0 0 0,35 18 0,32 11-51,-12-4 4,-55-21 0,0-1 0,33 9 0,-46-16 0,-1-1 0,0 0 0,0 0 0,1 0 0,-1-1 0,1 0 0,-1-1 0,0 1 0,1-1 0,-1 0 0,0-1 0,0 1 0,8-4 0,38-18 0,-13 5 0,53-17 0,-60 26 0,43-7 0,123-23 0,-163 32 0,51-15 0,7-2 0,-62 18 0,29-6 0,0 2 0,114-4 0,184 15 0,-342-2 0,0-1 0,30-6 0,-28 4 0,0 1 0,21-2 0,72 5 0,-49 1 0,118-14 0,-137 8 0,0 2 0,60 3 0,46-2 0,-81-9 0,-46 7 0,43-4 0,213 8 0,-131 1 0,-116 0 0,50 10 0,-49-6 0,47 2 0,25-9 0,72 3 0,-55 21 0,-107-19 0,-18 3 0,-24 3 0,-220 35 0,207-40 0,-80-5 0,92-1 0,0 1 0,0 1 0,0 2 0,0 1 0,-48 10 0,46-3 0,17-5 0,1 0 0,-1-1 0,-1-1 0,-23 2 0,-30-4 0,0-4 0,-89-14 0,133 15 0,3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2.23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2.71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2.881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3.072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3.974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4915,'4'0'180,"5"0"0,4 0 1,5 0-1,2 0 0,2 0 0,1 0 1,-4 0-181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3:45.213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280 68 4915,'-7'-6'50,"0"1"0,-1-1 0,1 1-1,-1 0 1,0 1 0,-1 0 0,1 1 0,-1-1 0,0 1-1,-11-2 1,-12-1 292,-49-3 0,28 7 48,40 1-25,37 2-9,74-2 497,60 4 289,-157-4-1129,-1 1-1,1 0 1,0 0 0,-1 0 0,1 0 0,-1 0 0,1 0-1,0 0 1,-1 0 0,1 1 0,-1-1 0,1 0 0,0 0-1,-1 0 1,1 1 0,-1-1 0,1 0 0,-1 0 0,1 1-1,-1-1 1,1 1 0,-1-1 0,1 0 0,-1 1 0,0-1-1,1 1 1,-1-1 0,0 1 0,1-1 0,-1 1-1,0-1 1,0 1 0,1 0 0,-1-1 0,0 1 0,0-1-1,0 2 1,0-1 6,-1 0 0,1 0 0,-1 1 0,1-1 0,-1 0 0,1 0 0,-1 0-1,0 0 1,0 0 0,0 0 0,0-1 0,1 1 0,-1 0 0,0 0 0,0-1 0,0 1 0,-2 0-1,-12 6 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3.712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208 35 4915,'0'-29'225,"0"23"-44,0 20-46,0-9-62,0 0-1,0 0 1,-1 1 0,1-1 0,-1 0 0,0 0 0,-4 8 0,4-11-35,0 1 1,-1-1 0,1 0 0,-1 1 0,0-1 0,0 0 0,0 0 0,0 0 0,0-1-1,0 1 1,-1 0 0,1-1 0,0 1 0,-1-1 0,1 0 0,-4 1 0,-14 6 260,-35 9 0,49-16-246,0 1 1,0-1-1,0-1 1,-1 1-1,1-1 0,0 0 1,0 0-1,0 0 1,-1-1-1,-8-2 1,15 2-42,-1 1 0,0-1 1,1 1-1,-1-1 1,0 1-1,1-1 0,-1 1 1,0-1-1,1 1 1,-1-1-1,1 0 0,-1 0 1,1 1-1,0-1 0,-1 0 1,1 1-1,0-1 1,-1 0-1,1 0 0,0 0 1,0 0-1,0 1 1,0-1-1,-1 0 0,1 0 1,0 0-1,1 0 1,-1 1-1,0-1 0,0 0 1,0 0-1,1-1 0,11-34-100,-4 12 55,-7 6 4,-4 4 24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4.248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1 1 4915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4.41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1 1 4915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5.266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1 1 4915,'0'4'180,"0"4"0,4 6 75,1 3-74,-1 4-1,0 1 0,3-3 0,-1-1 0,0-3-180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5.642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0 1 4915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6.931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2 216 4915,'0'-33'-2,"-1"8"8,1 0-1,1 0 0,1 0 1,1 1-1,9-34 0,-8 76 600,-2 15-339,-2-10-116,0-2-120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7.289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7.465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0 0 4915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18:35:28.098"/>
    </inkml:context>
    <inkml:brush xml:id="br0">
      <inkml:brushProperty name="width" value="0.35" units="cm"/>
      <inkml:brushProperty name="height" value="0.35" units="cm"/>
      <inkml:brushProperty name="color" value="#F8F8F8"/>
    </inkml:brush>
  </inkml:definitions>
  <inkml:trace contextRef="#ctx0" brushRef="#br0">0 103 4915,'0'-4'0,"0"-8"0,0-7 0,4-4 0,1-1 0,0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A12BF-2380-4890-A9DE-3097C2C6252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91DE1-B03A-46EB-9479-29D63226E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279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DE70458B-F185-48DB-AD85-3796F7DB4F8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43FFAAB-55BD-4260-A4E4-7D8FCB28E61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6147" name="Rectangle 1">
            <a:extLst>
              <a:ext uri="{FF2B5EF4-FFF2-40B4-BE49-F238E27FC236}">
                <a16:creationId xmlns:a16="http://schemas.microsoft.com/office/drawing/2014/main" id="{468E4D85-E32A-485E-A661-F2143B7E62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DF6CCD87-E991-4187-8B98-51E783BF2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323DF40D-1800-48F2-89B0-8451D73D046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0E773DE-2121-4534-891E-4D269B6198E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8195" name="Rectangle 1">
            <a:extLst>
              <a:ext uri="{FF2B5EF4-FFF2-40B4-BE49-F238E27FC236}">
                <a16:creationId xmlns:a16="http://schemas.microsoft.com/office/drawing/2014/main" id="{8CB8B7FE-98D4-4BC1-AF30-2F4B2E576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B0E2CBEC-FF7E-446A-8770-6539CBEDA3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ADD78955-C1FE-40D4-96C8-D83EED0329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C5941417-7B8B-45B9-A1EA-25E1C6DB8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7FADAFF-EC84-4B75-AF76-DFFFC331A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837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07779-343E-C626-0B2F-A7B20722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263A50E7-86E2-67B7-B3C2-9AF766054B2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737B61EA-53D9-2C9C-932C-31B0293FC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CD119B16-AB48-A3FC-DDC0-43C87D036F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859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E0C55-8C90-560B-41E8-2F111A51C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70EAA7F2-B05C-7A6A-FA2F-2CEBF04316E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FFF3D809-FE76-E3A9-59CA-D1DF931A3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C02A8C0-94C2-58EC-E6A9-FF92CA3529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415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9F4AF-F930-3247-6DF0-B99EE4E8B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CEDA6E47-8567-004B-7270-A145E5C71BF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0DE1D5CF-AE26-209D-8D04-F087945F1E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FFF28BAE-6338-A323-FD28-EBA39C2332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253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3E9C2-C7F0-6E8C-CCE4-9D613DEB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F1A1C804-55A9-9919-0DB0-62C41CA6AC8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69D8ABBC-CD91-9E1A-11DC-A5441A6E9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50FB140C-E740-E21B-A60F-9B37BAECF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91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2E2641-15BB-4C18-6624-7D7738B05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E816D261-7A31-9645-7BCD-E09440DC929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8F8BF075-F644-C233-C5A2-682F656630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A76B6BCC-6C74-5F0B-67F7-79594A7EB7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565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A1282-C284-D464-D5CA-AD8399F8F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3D8D9AC0-50D8-A45E-8ECA-44185E2BB23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CDF72DBD-CD55-4242-88CA-B9CE0ADBB4A8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9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0D475F1C-6ED5-C6D8-538C-F779239762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C56D7BA2-91EF-9B68-9139-3EB91395E0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963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671AC-DFD0-7E90-B1CE-B9780D1C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962660CB-09D7-A2A1-09F4-840DA35E1C8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CDF72DBD-CD55-4242-88CA-B9CE0ADBB4A8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10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AE06001E-F0C0-3F52-A9BA-B373233D6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95A2528D-388C-6C96-942F-866347B9AF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2581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3A071-797E-1322-8818-A7C0DE0F9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F7287DA9-CA84-15C7-1E35-92D377D0613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CDF72DBD-CD55-4242-88CA-B9CE0ADBB4A8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F8A521C7-630C-30E5-0FC7-DFE593F767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2FFDEED1-F306-AD6C-E5F1-260D42AF36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050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A81DC-2CEB-B78E-1B35-5D5F55715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C714548E-CB24-B4E2-1DC6-8C9C918ECB5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CDF72DBD-CD55-4242-88CA-B9CE0ADBB4A8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8DD881ED-C732-5C88-C966-5ACE9429A7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509DE9C6-3A53-7667-4165-338B9CF5E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0954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3EE38A-1EC0-1E92-86F5-7CAC57060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586030EE-717E-0DFA-44C8-073D99079DF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6E29BE6A-FAA4-C4A4-2087-8E163B0CD5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0F59FA13-41F3-F98C-5C59-D44564674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0803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D5DF6-6C3D-DD0E-5A22-4A21E5111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8FE1F697-8D39-AD51-D91C-12E5E89AACA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81BF20D9-0386-AC87-D349-3B1AE5BEC9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61151EED-D3C3-1E48-8EE2-B77811159A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790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3DA2BD8A-69E4-4109-9376-BB9CAFF25AC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5F561648-146D-47FD-B529-EC509853122C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36867" name="Rectangle 1">
            <a:extLst>
              <a:ext uri="{FF2B5EF4-FFF2-40B4-BE49-F238E27FC236}">
                <a16:creationId xmlns:a16="http://schemas.microsoft.com/office/drawing/2014/main" id="{D5F9E9D7-7723-4503-AB02-FE828231E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6DA026BC-D0FD-4BA6-A806-A13BF7912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F89E-E277-AF8E-49F6-72A76B180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D04B1-AE16-B6BA-1931-FC4853B2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F05AC-2B29-B091-F2D7-ED96F7D8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6A8F6-8FD4-DA77-E0AD-189CD890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53765-EFFD-C5B8-D943-5D93BC34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85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A9F8-12EB-EFF7-0744-D287E5B9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3AD1-300B-3C68-20B9-39142238C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1028-1B69-451E-3144-37F52068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0EE3D-4F86-87ED-8F44-BFF2F45E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D9467-4453-E14C-3ED2-5ABB2A46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25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D00F-E918-055A-4616-4EEA16A4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2D093-0330-DA39-1E58-89632D952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5A767-90E2-6AF5-1864-93B40D28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4F8BF-63FA-5BB3-B9FA-3A06958E0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1A44-8F8B-0587-D08F-B89AB981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57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ED54B-F397-8955-3FEA-6C969D0D1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2DC3-E323-16AC-8A29-88D1F9F7E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91C72-1CC5-2AD7-A8C3-55DC48CC4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94270-71B6-D9F6-72B5-EAE1C8A5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1EA33-F213-7A3A-DC63-730394EA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D17D4-61FE-7C16-4C64-14CCBE5F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409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FD53-581C-677C-682F-D41E4381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8C7BF-EDDE-2A1B-4E62-ACB320B3F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E3186-9648-6B4F-9B18-5DC0C3C1E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806C6-8ECC-170E-F981-6CD97F75D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5DA98D-030B-292A-C8A7-F4FEA51EB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2B296-432F-F025-F850-EFEF2148D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8EC2FE-9C4F-9D39-DAD1-DCE0CBD9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C4145-3441-5834-D7AE-C0CC6812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4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5E4E3-7E7C-EEC8-5EB8-4AFA3E0A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86027-1488-8291-70CA-C24E0710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0DF85-ECB1-F665-71C0-EFBE74E9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DDAFE-02EA-3655-A05E-1C31B4CD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14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1A35D-7C71-0752-B2BB-E5C4D0C3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318D7F-94A9-239C-B8D1-D408C647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6175B-F480-AC31-B0CA-044FD4B4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77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EF21-319B-0907-0D80-8DEDC07D5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8AEC-2C9D-6214-0052-EF4733CEF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8E77F-9176-76EE-76B3-19240F10E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75E2C-07E5-B688-BF50-D327E305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6B84F-0FD7-F6CB-50DA-AAB1A73F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F7CBB-C41F-989F-08C2-E4442E3F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8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6345-EA37-8C6A-C178-39B32965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4251E9-0BAA-127A-E65B-5AC7D45C2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B98CF-DF76-141B-762A-A65D35637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0CD96-760E-5300-1C4F-003F42C0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EFD3F-AD02-03B3-84FE-20F9F631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A0320-2A44-851A-082D-5B40482B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59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884B-B8F1-675F-654B-8770D0C3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B45BE-EC73-9A7B-A9A6-E1A3E0B98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E643E-EE56-B785-F106-2C0ED6BF4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2B2CC-DF2E-AE86-92BD-24625557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8BA80-780F-AB29-8AAC-62F8CD3B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89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1B0D7E-C14F-5DFE-B774-40F413136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BB635-47B1-BE7A-42AF-7099B604E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98DCA-F058-FD44-4D76-01BE21ED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25EAC-EB78-95CB-CAE8-110216F3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210C4-F616-EE28-479C-3DA4F915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035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D2757-5863-4F7E-A9A8-D6E218C07F0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2/7/20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77BD60-6440-49BB-95F9-FA915E90D2C1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1F0C1-FE4D-47C4-BFD4-577E77A4BE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624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5755F3-BEF6-DEF9-4CB1-1B5D2AA3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12260-9AEE-0F6C-393D-081813D4F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C6917-09DF-778A-8957-A72F2F6F9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924AB-9F36-4178-90AC-C49D492A1C5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3656D-2DBA-CEE6-4E60-9E615014C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5E9C8-F63C-F72D-C515-B8CD271F2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7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customXml" Target="../ink/ink5.xml"/><Relationship Id="rId18" Type="http://schemas.openxmlformats.org/officeDocument/2006/relationships/image" Target="../media/image9.png"/><Relationship Id="rId26" Type="http://schemas.openxmlformats.org/officeDocument/2006/relationships/customXml" Target="../ink/ink14.xml"/><Relationship Id="rId3" Type="http://schemas.openxmlformats.org/officeDocument/2006/relationships/image" Target="../media/image1.png"/><Relationship Id="rId21" Type="http://schemas.openxmlformats.org/officeDocument/2006/relationships/customXml" Target="../ink/ink10.xml"/><Relationship Id="rId7" Type="http://schemas.openxmlformats.org/officeDocument/2006/relationships/image" Target="../media/image5.png"/><Relationship Id="rId12" Type="http://schemas.openxmlformats.org/officeDocument/2006/relationships/customXml" Target="../ink/ink4.xml"/><Relationship Id="rId17" Type="http://schemas.openxmlformats.org/officeDocument/2006/relationships/customXml" Target="../ink/ink8.xml"/><Relationship Id="rId25" Type="http://schemas.openxmlformats.org/officeDocument/2006/relationships/customXml" Target="../ink/ink13.xml"/><Relationship Id="rId33" Type="http://schemas.openxmlformats.org/officeDocument/2006/relationships/image" Target="../media/image5.tmp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24" Type="http://schemas.openxmlformats.org/officeDocument/2006/relationships/image" Target="../media/image11.png"/><Relationship Id="rId32" Type="http://schemas.openxmlformats.org/officeDocument/2006/relationships/image" Target="../media/image4.png"/><Relationship Id="rId5" Type="http://schemas.openxmlformats.org/officeDocument/2006/relationships/customXml" Target="../ink/ink1.xml"/><Relationship Id="rId15" Type="http://schemas.openxmlformats.org/officeDocument/2006/relationships/customXml" Target="../ink/ink7.xml"/><Relationship Id="rId23" Type="http://schemas.openxmlformats.org/officeDocument/2006/relationships/customXml" Target="../ink/ink12.xml"/><Relationship Id="rId28" Type="http://schemas.openxmlformats.org/officeDocument/2006/relationships/customXml" Target="../ink/ink15.xml"/><Relationship Id="rId10" Type="http://schemas.openxmlformats.org/officeDocument/2006/relationships/customXml" Target="../ink/ink3.xml"/><Relationship Id="rId19" Type="http://schemas.openxmlformats.org/officeDocument/2006/relationships/customXml" Target="../ink/ink9.xml"/><Relationship Id="rId31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1.xml"/><Relationship Id="rId27" Type="http://schemas.openxmlformats.org/officeDocument/2006/relationships/image" Target="../media/image12.png"/><Relationship Id="rId30" Type="http://schemas.openxmlformats.org/officeDocument/2006/relationships/customXml" Target="../ink/ink1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customXml" Target="../ink/ink22.xml"/><Relationship Id="rId18" Type="http://schemas.openxmlformats.org/officeDocument/2006/relationships/image" Target="../media/image9.png"/><Relationship Id="rId26" Type="http://schemas.openxmlformats.org/officeDocument/2006/relationships/customXml" Target="../ink/ink31.xml"/><Relationship Id="rId3" Type="http://schemas.openxmlformats.org/officeDocument/2006/relationships/image" Target="../media/image1.png"/><Relationship Id="rId21" Type="http://schemas.openxmlformats.org/officeDocument/2006/relationships/customXml" Target="../ink/ink27.xml"/><Relationship Id="rId7" Type="http://schemas.openxmlformats.org/officeDocument/2006/relationships/image" Target="../media/image5.png"/><Relationship Id="rId12" Type="http://schemas.openxmlformats.org/officeDocument/2006/relationships/customXml" Target="../ink/ink21.xml"/><Relationship Id="rId17" Type="http://schemas.openxmlformats.org/officeDocument/2006/relationships/customXml" Target="../ink/ink25.xml"/><Relationship Id="rId25" Type="http://schemas.openxmlformats.org/officeDocument/2006/relationships/customXml" Target="../ink/ink30.xml"/><Relationship Id="rId33" Type="http://schemas.openxmlformats.org/officeDocument/2006/relationships/image" Target="../media/image7.tmp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24" Type="http://schemas.openxmlformats.org/officeDocument/2006/relationships/image" Target="../media/image11.png"/><Relationship Id="rId32" Type="http://schemas.openxmlformats.org/officeDocument/2006/relationships/image" Target="../media/image6.tmp"/><Relationship Id="rId5" Type="http://schemas.openxmlformats.org/officeDocument/2006/relationships/customXml" Target="../ink/ink18.xml"/><Relationship Id="rId15" Type="http://schemas.openxmlformats.org/officeDocument/2006/relationships/customXml" Target="../ink/ink24.xml"/><Relationship Id="rId23" Type="http://schemas.openxmlformats.org/officeDocument/2006/relationships/customXml" Target="../ink/ink29.xml"/><Relationship Id="rId28" Type="http://schemas.openxmlformats.org/officeDocument/2006/relationships/customXml" Target="../ink/ink32.xml"/><Relationship Id="rId10" Type="http://schemas.openxmlformats.org/officeDocument/2006/relationships/customXml" Target="../ink/ink20.xml"/><Relationship Id="rId19" Type="http://schemas.openxmlformats.org/officeDocument/2006/relationships/customXml" Target="../ink/ink26.xml"/><Relationship Id="rId31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customXml" Target="../ink/ink23.xml"/><Relationship Id="rId22" Type="http://schemas.openxmlformats.org/officeDocument/2006/relationships/customXml" Target="../ink/ink28.xml"/><Relationship Id="rId27" Type="http://schemas.openxmlformats.org/officeDocument/2006/relationships/image" Target="../media/image12.png"/><Relationship Id="rId30" Type="http://schemas.openxmlformats.org/officeDocument/2006/relationships/customXml" Target="../ink/ink3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customXml" Target="../ink/ink39.xml"/><Relationship Id="rId18" Type="http://schemas.openxmlformats.org/officeDocument/2006/relationships/image" Target="../media/image9.png"/><Relationship Id="rId26" Type="http://schemas.openxmlformats.org/officeDocument/2006/relationships/customXml" Target="../ink/ink48.xml"/><Relationship Id="rId3" Type="http://schemas.openxmlformats.org/officeDocument/2006/relationships/image" Target="../media/image1.png"/><Relationship Id="rId21" Type="http://schemas.openxmlformats.org/officeDocument/2006/relationships/customXml" Target="../ink/ink44.xml"/><Relationship Id="rId7" Type="http://schemas.openxmlformats.org/officeDocument/2006/relationships/image" Target="../media/image5.png"/><Relationship Id="rId12" Type="http://schemas.openxmlformats.org/officeDocument/2006/relationships/customXml" Target="../ink/ink38.xml"/><Relationship Id="rId17" Type="http://schemas.openxmlformats.org/officeDocument/2006/relationships/customXml" Target="../ink/ink42.xml"/><Relationship Id="rId25" Type="http://schemas.openxmlformats.org/officeDocument/2006/relationships/customXml" Target="../ink/ink47.xml"/><Relationship Id="rId33" Type="http://schemas.openxmlformats.org/officeDocument/2006/relationships/image" Target="../media/image9.tmp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50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24" Type="http://schemas.openxmlformats.org/officeDocument/2006/relationships/image" Target="../media/image11.png"/><Relationship Id="rId32" Type="http://schemas.openxmlformats.org/officeDocument/2006/relationships/image" Target="../media/image8.tmp"/><Relationship Id="rId5" Type="http://schemas.openxmlformats.org/officeDocument/2006/relationships/customXml" Target="../ink/ink35.xml"/><Relationship Id="rId15" Type="http://schemas.openxmlformats.org/officeDocument/2006/relationships/customXml" Target="../ink/ink41.xml"/><Relationship Id="rId23" Type="http://schemas.openxmlformats.org/officeDocument/2006/relationships/customXml" Target="../ink/ink46.xml"/><Relationship Id="rId28" Type="http://schemas.openxmlformats.org/officeDocument/2006/relationships/customXml" Target="../ink/ink49.xml"/><Relationship Id="rId10" Type="http://schemas.openxmlformats.org/officeDocument/2006/relationships/customXml" Target="../ink/ink37.xml"/><Relationship Id="rId19" Type="http://schemas.openxmlformats.org/officeDocument/2006/relationships/customXml" Target="../ink/ink43.xml"/><Relationship Id="rId31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customXml" Target="../ink/ink40.xml"/><Relationship Id="rId22" Type="http://schemas.openxmlformats.org/officeDocument/2006/relationships/customXml" Target="../ink/ink45.xml"/><Relationship Id="rId27" Type="http://schemas.openxmlformats.org/officeDocument/2006/relationships/image" Target="../media/image12.png"/><Relationship Id="rId30" Type="http://schemas.openxmlformats.org/officeDocument/2006/relationships/customXml" Target="../ink/ink5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3.xml"/><Relationship Id="rId13" Type="http://schemas.openxmlformats.org/officeDocument/2006/relationships/customXml" Target="../ink/ink56.xml"/><Relationship Id="rId18" Type="http://schemas.openxmlformats.org/officeDocument/2006/relationships/image" Target="../media/image9.png"/><Relationship Id="rId26" Type="http://schemas.openxmlformats.org/officeDocument/2006/relationships/customXml" Target="../ink/ink65.xml"/><Relationship Id="rId3" Type="http://schemas.openxmlformats.org/officeDocument/2006/relationships/image" Target="../media/image1.png"/><Relationship Id="rId21" Type="http://schemas.openxmlformats.org/officeDocument/2006/relationships/customXml" Target="../ink/ink61.xml"/><Relationship Id="rId7" Type="http://schemas.openxmlformats.org/officeDocument/2006/relationships/image" Target="../media/image5.png"/><Relationship Id="rId12" Type="http://schemas.openxmlformats.org/officeDocument/2006/relationships/customXml" Target="../ink/ink55.xml"/><Relationship Id="rId17" Type="http://schemas.openxmlformats.org/officeDocument/2006/relationships/customXml" Target="../ink/ink59.xml"/><Relationship Id="rId25" Type="http://schemas.openxmlformats.org/officeDocument/2006/relationships/customXml" Target="../ink/ink64.xml"/><Relationship Id="rId33" Type="http://schemas.openxmlformats.org/officeDocument/2006/relationships/image" Target="../media/image11.tmp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67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24" Type="http://schemas.openxmlformats.org/officeDocument/2006/relationships/image" Target="../media/image11.png"/><Relationship Id="rId32" Type="http://schemas.openxmlformats.org/officeDocument/2006/relationships/image" Target="../media/image10.tmp"/><Relationship Id="rId5" Type="http://schemas.openxmlformats.org/officeDocument/2006/relationships/customXml" Target="../ink/ink52.xml"/><Relationship Id="rId15" Type="http://schemas.openxmlformats.org/officeDocument/2006/relationships/customXml" Target="../ink/ink58.xml"/><Relationship Id="rId23" Type="http://schemas.openxmlformats.org/officeDocument/2006/relationships/customXml" Target="../ink/ink63.xml"/><Relationship Id="rId28" Type="http://schemas.openxmlformats.org/officeDocument/2006/relationships/customXml" Target="../ink/ink66.xml"/><Relationship Id="rId10" Type="http://schemas.openxmlformats.org/officeDocument/2006/relationships/customXml" Target="../ink/ink54.xml"/><Relationship Id="rId19" Type="http://schemas.openxmlformats.org/officeDocument/2006/relationships/customXml" Target="../ink/ink60.xml"/><Relationship Id="rId31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customXml" Target="../ink/ink57.xml"/><Relationship Id="rId22" Type="http://schemas.openxmlformats.org/officeDocument/2006/relationships/customXml" Target="../ink/ink62.xml"/><Relationship Id="rId27" Type="http://schemas.openxmlformats.org/officeDocument/2006/relationships/image" Target="../media/image12.png"/><Relationship Id="rId30" Type="http://schemas.openxmlformats.org/officeDocument/2006/relationships/customXml" Target="../ink/ink6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F9E0E9F6-07FB-4789-A990-AC7C5BF54E0F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3414566" y="3006952"/>
            <a:ext cx="5293333" cy="2276093"/>
          </a:xfrm>
          <a:solidFill>
            <a:srgbClr val="FFFFFF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                : AKSHAYA V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No.      : 8115U24AM004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No.             : AM2404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                   : II /CSE(AIML) </a:t>
            </a:r>
            <a:endParaRPr lang="en-US" altLang="en-US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>
              <a:solidFill>
                <a:srgbClr val="8B8B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>
              <a:solidFill>
                <a:srgbClr val="8B8B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>
              <a:solidFill>
                <a:srgbClr val="8B8B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8A1FDFE6-6E49-4223-80FE-ED06113CE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5124" name="Picture 3">
            <a:extLst>
              <a:ext uri="{FF2B5EF4-FFF2-40B4-BE49-F238E27FC236}">
                <a16:creationId xmlns:a16="http://schemas.microsoft.com/office/drawing/2014/main" id="{3C70AA84-2F58-4D76-926D-E4FAA3026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51" y="356884"/>
            <a:ext cx="1312323" cy="1300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5125" name="Rectangle 4">
            <a:extLst>
              <a:ext uri="{FF2B5EF4-FFF2-40B4-BE49-F238E27FC236}">
                <a16:creationId xmlns:a16="http://schemas.microsoft.com/office/drawing/2014/main" id="{88983C3B-ED68-4B3B-97F3-18CD59AE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5893" y="752984"/>
            <a:ext cx="8863520" cy="2276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K.RAMAKRISHNAN COLLEGE OF ENGINEERING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b="1" dirty="0">
                <a:solidFill>
                  <a:srgbClr val="FF0066"/>
                </a:solidFill>
                <a:cs typeface="Arial" panose="020B0604020202020204" pitchFamily="34" charset="0"/>
              </a:rPr>
              <a:t>(AUTONOMOUS)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br>
              <a:rPr lang="en-US" altLang="en-US" b="1" dirty="0">
                <a:solidFill>
                  <a:srgbClr val="FF0066"/>
                </a:solidFill>
                <a:cs typeface="Arial" panose="020B0604020202020204" pitchFamily="34" charset="0"/>
              </a:rPr>
            </a:br>
            <a:endParaRPr lang="en-US" altLang="en-US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ct val="100000"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SPORTS SYSTEMS FOR TEAMS AND ATHELETES 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14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306928EC-A811-0A0B-9507-48536AEAC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718" y="230748"/>
            <a:ext cx="1811291" cy="13095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DDFED7-8C96-F740-3862-767BB2D55FED}"/>
              </a:ext>
            </a:extLst>
          </p:cNvPr>
          <p:cNvSpPr txBox="1"/>
          <p:nvPr/>
        </p:nvSpPr>
        <p:spPr>
          <a:xfrm>
            <a:off x="68997" y="6401465"/>
            <a:ext cx="3345569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of Review :  19.02.2026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id="{7477C302-5B5F-4848-9A2A-2B6F511ACC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OVERVIEW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508F8BF2-6D65-4AA4-8FCF-20F773D3A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986" y="1203866"/>
            <a:ext cx="5801127" cy="210080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344487" indent="-3429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Analysis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Used 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7172" name="Picture 3">
            <a:extLst>
              <a:ext uri="{FF2B5EF4-FFF2-40B4-BE49-F238E27FC236}">
                <a16:creationId xmlns:a16="http://schemas.microsoft.com/office/drawing/2014/main" id="{D2771C55-04C2-41BA-80F2-EDC06FBE8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88" y="350839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2B910152-ED4B-3721-DEDA-54C63D305D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397CEB3E-4EB7-48C7-BAED-717A8949B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95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2800" b="1" dirty="0">
              <a:solidFill>
                <a:srgbClr val="FF0066"/>
              </a:solidFill>
              <a:cs typeface="Arial" panose="020B0604020202020204" pitchFamily="34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EBDB400C-E378-4C6B-BA39-B59CD3A30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39B186D8-8EA8-8FF9-4988-1EE801161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01A46CCC-1C2A-CF44-0B60-2DC924A73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916" y="1721687"/>
            <a:ext cx="8534338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database system for managing sports teams and athletes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and organize data related to teams, players, coaches, and events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relationships using SQL (Primary Key, Foreign Key, JOIN)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efficient data retrieval using queries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data accuracy and reduce redundancy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1884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46D2-318F-7E6C-6C31-358C56D1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DB29D92B-FA91-27B2-EAC0-A68260D0F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95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ANALYSIS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2800" b="1" dirty="0">
              <a:solidFill>
                <a:srgbClr val="FF0066"/>
              </a:solidFill>
              <a:cs typeface="Arial" panose="020B0604020202020204" pitchFamily="34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679E935B-2F3A-EAB6-7896-7CFA29A99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A13E8E1C-69CF-9793-585F-486B9BD9E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F1628319-66EF-9DDA-2AEB-829A3826F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853" y="1795006"/>
            <a:ext cx="8085830" cy="357910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344487" indent="-342900" algn="just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management of sports data is time-consuming and error-prone</a:t>
            </a:r>
          </a:p>
          <a:p>
            <a:pPr marL="344487" indent="-342900" algn="just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athletes, teams, and events efficiently</a:t>
            </a:r>
          </a:p>
          <a:p>
            <a:pPr marL="344487" indent="-342900" algn="just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structured storage leads to data redundancy</a:t>
            </a:r>
          </a:p>
          <a:p>
            <a:pPr marL="344487" indent="-342900" algn="just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generate reports like team performance or player count</a:t>
            </a:r>
          </a:p>
          <a:p>
            <a:pPr marL="344487" indent="-342900" algn="just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centralized database system.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06287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EF973-D18F-9486-E687-9C37EBFB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2CEDDFE1-3A77-859B-B2A7-9B7B8DDCF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CD4B4EC7-3992-327D-46CE-8B04D30A4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4B31C50C-F1FF-029A-8B70-7874E736C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81B68754-6B42-46FC-2DE8-1D09E1F6B1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6EE95238-42CD-13C1-F453-06D09D6C6E4E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3742260" y="8652826"/>
            <a:ext cx="8407369" cy="39643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1587" indent="0" algn="just" eaLnBrk="1">
              <a:lnSpc>
                <a:spcPct val="200000"/>
              </a:lnSpc>
              <a:spcBef>
                <a:spcPts val="325"/>
              </a:spcBef>
              <a:buClr>
                <a:srgbClr val="000000"/>
              </a:buClr>
              <a:buSzPct val="100000"/>
              <a:defRPr/>
            </a:pP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FEE7A-E5AE-8D4D-7C58-13E2560466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105"/>
          <a:stretch>
            <a:fillRect/>
          </a:stretch>
        </p:blipFill>
        <p:spPr>
          <a:xfrm>
            <a:off x="3553327" y="1255072"/>
            <a:ext cx="4572000" cy="534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0814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FB9CB-C990-239E-4B37-B12FF5348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2CE6C141-DE99-6186-4A83-FF8248A7E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929" y="59501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altLang="en-US" sz="24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4C9B96B0-3E7C-4054-1870-FA50329B5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77EE7BC2-6451-4A25-AC86-EEFF58D47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C26308D2-8408-E5CF-DDEF-0CD826CEB7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A7709B-F0FA-ACB9-3767-9C94C82E6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619" y="1255072"/>
            <a:ext cx="9218762" cy="606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4487" lvl="0" indent="-342900" algn="just" fontAlgn="base">
              <a:lnSpc>
                <a:spcPct val="150000"/>
              </a:lnSpc>
              <a:spcBef>
                <a:spcPts val="3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begins with analyzing requirements for managing sports teams, athletes, coaches, and events.</a:t>
            </a:r>
          </a:p>
          <a:p>
            <a:pPr marL="344487" lvl="0" indent="-342900" algn="just" fontAlgn="base">
              <a:lnSpc>
                <a:spcPct val="150000"/>
              </a:lnSpc>
              <a:spcBef>
                <a:spcPts val="3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ER diagram is designed to represent entities and relationships in the system.</a:t>
            </a:r>
          </a:p>
          <a:p>
            <a:pPr marL="344487" lvl="0" indent="-342900" algn="just" fontAlgn="base">
              <a:lnSpc>
                <a:spcPct val="150000"/>
              </a:lnSpc>
              <a:spcBef>
                <a:spcPts val="3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schema is created using SQL with proper primary and foreign key constraints.</a:t>
            </a:r>
          </a:p>
          <a:p>
            <a:pPr marL="344487" lvl="0" indent="-342900" algn="just" fontAlgn="base">
              <a:lnSpc>
                <a:spcPct val="150000"/>
              </a:lnSpc>
              <a:spcBef>
                <a:spcPts val="3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is inserted into tables to simulate real-world scenarios.</a:t>
            </a:r>
          </a:p>
          <a:p>
            <a:pPr marL="344487" lvl="0" indent="-342900" fontAlgn="base">
              <a:lnSpc>
                <a:spcPct val="150000"/>
              </a:lnSpc>
              <a:spcBef>
                <a:spcPts val="3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such as SELECT, JOIN, and GROUP BY are executed to test and retrieve meaningful outputs.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6509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250B-8799-38C5-4410-495CEF256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95E2A9B5-EBCB-CBCC-1329-4B153DDEC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63F86ED2-2FEB-8EB8-E196-6D62774EF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E4A0C776-4283-FD8A-CAC8-529C7CBC6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86EEC11E-82EA-4175-A586-8579E9F96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F176CE2B-E824-FB53-428A-6E967501B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3885" y="1772327"/>
            <a:ext cx="8407369" cy="39005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1CC14-1CBD-5A78-8A0C-D24FD4B2B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2844" y="1417425"/>
            <a:ext cx="8906311" cy="4688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587" algn="just" fontAlgn="base">
              <a:lnSpc>
                <a:spcPct val="150000"/>
              </a:lnSpc>
              <a:spcBef>
                <a:spcPts val="325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Sample dataset created manually for demonstration Includes:</a:t>
            </a:r>
          </a:p>
          <a:p>
            <a:pPr marL="344487" indent="-342900" algn="just" fontAlgn="base">
              <a:lnSpc>
                <a:spcPct val="150000"/>
              </a:lnSpc>
              <a:spcBef>
                <a:spcPts val="3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 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team_id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team_name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4487" indent="-342900" algn="just" fontAlgn="base">
              <a:lnSpc>
                <a:spcPct val="150000"/>
              </a:lnSpc>
              <a:spcBef>
                <a:spcPts val="3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Athlete details (name, age,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team_id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4487" indent="-342900" algn="just" fontAlgn="base">
              <a:lnSpc>
                <a:spcPct val="150000"/>
              </a:lnSpc>
              <a:spcBef>
                <a:spcPts val="3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Coach details 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coach_name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team_id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4487" indent="-342900" algn="just" fontAlgn="base">
              <a:lnSpc>
                <a:spcPct val="150000"/>
              </a:lnSpc>
              <a:spcBef>
                <a:spcPts val="3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details 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event_name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date)</a:t>
            </a:r>
          </a:p>
          <a:p>
            <a:pPr marL="1587" algn="just" fontAlgn="base">
              <a:lnSpc>
                <a:spcPct val="150000"/>
              </a:lnSpc>
              <a:spcBef>
                <a:spcPts val="325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 small in size, the dataset is sufficient to test SQL queries and demonstrate database functionality.</a:t>
            </a:r>
          </a:p>
          <a:p>
            <a:pPr marL="1587" algn="just" fontAlgn="base">
              <a:lnSpc>
                <a:spcPct val="150000"/>
              </a:lnSpc>
              <a:spcBef>
                <a:spcPts val="325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small but sufficient to test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97837650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20A8C-3272-0F35-E0EE-568BC8C4F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821D6AC7-F94A-7587-C108-97D6AC6AD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928" y="379570"/>
            <a:ext cx="6934200" cy="95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2800" b="1" dirty="0">
              <a:solidFill>
                <a:srgbClr val="FF0066"/>
              </a:solidFill>
              <a:cs typeface="Arial" panose="020B0604020202020204" pitchFamily="34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82A12E6E-8708-B311-4B6E-8E61C229B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05" y="141362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3E50492B-3AE7-CED9-6B57-FE30D02EDD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1" y="162923"/>
            <a:ext cx="1510596" cy="1092149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ABEFB4D-18E8-ADE8-D74E-CFF7FEBC1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459" y="1082002"/>
            <a:ext cx="8053137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Management Module handles creation and storage of team details such as team ID and team name.</a:t>
            </a:r>
          </a:p>
          <a:p>
            <a:pPr marL="34290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Athlete Management Module manages athlete information including name, age, and team association.</a:t>
            </a:r>
          </a:p>
          <a:p>
            <a:pPr marL="34290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Coach Management Module stores coach details and assigns them to respective teams.</a:t>
            </a:r>
          </a:p>
          <a:p>
            <a:pPr marL="34290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Event Management Module maintains event data such as event name, date, and participating teams.</a:t>
            </a:r>
          </a:p>
          <a:p>
            <a:pPr marL="34290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Query Processing Module performs SQL operations like JOIN and GROUP BY to retrieve meaningful information.</a:t>
            </a:r>
          </a:p>
        </p:txBody>
      </p:sp>
    </p:spTree>
    <p:extLst>
      <p:ext uri="{BB962C8B-B14F-4D97-AF65-F5344CB8AC3E}">
        <p14:creationId xmlns:p14="http://schemas.microsoft.com/office/powerpoint/2010/main" val="236588410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284AE-730B-FA2B-3189-28452DA17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013B0DCF-13ED-9365-ADD9-F20C57F687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53064" y="541924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A217A7BE-6216-C3FA-A63B-F9E2B7194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62" y="360363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0485" name="Rectangle 1">
            <a:extLst>
              <a:ext uri="{FF2B5EF4-FFF2-40B4-BE49-F238E27FC236}">
                <a16:creationId xmlns:a16="http://schemas.microsoft.com/office/drawing/2014/main" id="{1FA9DBBE-8737-6A48-C5FC-B37B8337C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928814"/>
            <a:ext cx="8715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endParaRPr lang="en-I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6D7FE5BD-5B22-1949-F186-7BCE09D7A3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936" y="360363"/>
            <a:ext cx="1510596" cy="1092149"/>
          </a:xfrm>
          <a:prstGeom prst="rect">
            <a:avLst/>
          </a:prstGeom>
        </p:spPr>
      </p:pic>
      <p:sp>
        <p:nvSpPr>
          <p:cNvPr id="8" name="AutoShape 10">
            <a:extLst>
              <a:ext uri="{FF2B5EF4-FFF2-40B4-BE49-F238E27FC236}">
                <a16:creationId xmlns:a16="http://schemas.microsoft.com/office/drawing/2014/main" id="{E07289E8-625D-1AB7-73AB-D733A6AD3C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165676" cy="316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2">
            <a:extLst>
              <a:ext uri="{FF2B5EF4-FFF2-40B4-BE49-F238E27FC236}">
                <a16:creationId xmlns:a16="http://schemas.microsoft.com/office/drawing/2014/main" id="{10EDB0CC-85D4-EA05-03A7-6B7A9D76D6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3BF1FC8-24EB-4EA7-3367-46568C977F0A}"/>
                  </a:ext>
                </a:extLst>
              </p14:cNvPr>
              <p14:cNvContentPartPr/>
              <p14:nvPr/>
            </p14:nvContentPartPr>
            <p14:xfrm>
              <a:off x="2680535" y="4146663"/>
              <a:ext cx="208080" cy="41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B8312E4-DAE2-A096-D644-CD54B3D5BD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17895" y="4084023"/>
                <a:ext cx="3337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6D69345-E1C2-D3C1-1C36-7400951D9083}"/>
                  </a:ext>
                </a:extLst>
              </p14:cNvPr>
              <p14:cNvContentPartPr/>
              <p14:nvPr/>
            </p14:nvContentPartPr>
            <p14:xfrm>
              <a:off x="2177975" y="4120383"/>
              <a:ext cx="1686240" cy="1231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5246971-A30C-927E-FBA0-EC84798FAA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14975" y="4057383"/>
                <a:ext cx="1811880" cy="2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9865E01D-7E17-0DAE-FAF4-BA8D7300AF16}"/>
              </a:ext>
            </a:extLst>
          </p:cNvPr>
          <p:cNvGrpSpPr/>
          <p:nvPr/>
        </p:nvGrpSpPr>
        <p:grpSpPr>
          <a:xfrm>
            <a:off x="1938575" y="4109943"/>
            <a:ext cx="314280" cy="93240"/>
            <a:chOff x="1938575" y="4109943"/>
            <a:chExt cx="314280" cy="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58067A-3EB3-7EF5-9B2C-E30DB545E32D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07A18A-E823-D170-0514-EDCFEBE393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B3E8E4A-CEC6-351F-13E1-8324F6DC59F1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90F385-BC88-F4C7-F47E-6D100F1CB2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E8A2E93-3D95-0CD0-B7B0-AE419BB7E552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92968C4-6C32-9740-78C8-4FD98C4936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C970400-FC1E-4A55-A25C-8D0636891015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B072200-50E0-2E1F-70F7-3788BDD24D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5D257C6-7832-3444-9E24-024F156473CD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4644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EA56C9-8D34-571E-C863-6A1E705CB3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26855" y="4099863"/>
                  <a:ext cx="172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CD344AA-D425-BE2F-23BF-9E2E8BCB40DF}"/>
                    </a:ext>
                  </a:extLst>
                </p14:cNvPr>
                <p14:cNvContentPartPr/>
                <p14:nvPr/>
              </p14:nvContentPartPr>
              <p14:xfrm>
                <a:off x="2145215" y="4138383"/>
                <a:ext cx="107640" cy="2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4B6AB36-4BE4-53D0-F778-F4CE336D862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82575" y="4075383"/>
                  <a:ext cx="233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4E2CDEC-7D58-713C-8868-53BA2CE5985B}"/>
                    </a:ext>
                  </a:extLst>
                </p14:cNvPr>
                <p14:cNvContentPartPr/>
                <p14:nvPr/>
              </p14:nvContentPartPr>
              <p14:xfrm>
                <a:off x="1938575" y="4134423"/>
                <a:ext cx="74880" cy="4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86C84D5-735C-98C7-ED5B-DAD6CD5FB1B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75575" y="4071423"/>
                  <a:ext cx="2005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E8B8C07-4B21-AFC3-FA44-47AF7A58B0F4}"/>
                    </a:ext>
                  </a:extLst>
                </p14:cNvPr>
                <p14:cNvContentPartPr/>
                <p14:nvPr/>
              </p14:nvContentPartPr>
              <p14:xfrm>
                <a:off x="1940735" y="4130463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2DDA6E5-7B87-DF38-A5FF-980F8F5B0B5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78095" y="406782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9AE94F9-8899-68A0-85F9-2AB6B240B2B7}"/>
                    </a:ext>
                  </a:extLst>
                </p14:cNvPr>
                <p14:cNvContentPartPr/>
                <p14:nvPr/>
              </p14:nvContentPartPr>
              <p14:xfrm>
                <a:off x="1940735" y="4130463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2AC84BC-A03A-7071-1F69-A99936321F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78095" y="406782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C66D266-AE95-3ADB-4612-0C05AF60FB6E}"/>
                    </a:ext>
                  </a:extLst>
                </p14:cNvPr>
                <p14:cNvContentPartPr/>
                <p14:nvPr/>
              </p14:nvContentPartPr>
              <p14:xfrm>
                <a:off x="1949015" y="4146663"/>
                <a:ext cx="13320" cy="50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3D09570-70D8-EB06-29A8-46E3635F8B8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86375" y="4084023"/>
                  <a:ext cx="1389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2BC2CEA-E8B3-5051-CFAA-AB26E151EDF3}"/>
                    </a:ext>
                  </a:extLst>
                </p14:cNvPr>
                <p14:cNvContentPartPr/>
                <p14:nvPr/>
              </p14:nvContentPartPr>
              <p14:xfrm>
                <a:off x="1965215" y="4202823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BF9F49-87EA-A0F5-9097-E86291E0A4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02215" y="414018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A7353F3-753F-5EF5-489A-11AE6DE494ED}"/>
                    </a:ext>
                  </a:extLst>
                </p14:cNvPr>
                <p14:cNvContentPartPr/>
                <p14:nvPr/>
              </p14:nvContentPartPr>
              <p14:xfrm>
                <a:off x="1972415" y="4117503"/>
                <a:ext cx="9000" cy="7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7EE5D60-DCCF-8EE9-D097-B231D5D00E3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09775" y="4054863"/>
                  <a:ext cx="1346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39E6242-5749-199E-794D-6878828C4A45}"/>
                    </a:ext>
                  </a:extLst>
                </p14:cNvPr>
                <p14:cNvContentPartPr/>
                <p14:nvPr/>
              </p14:nvContentPartPr>
              <p14:xfrm>
                <a:off x="1981055" y="4162863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BA21F76-AF7E-858A-E28B-D2919276D8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180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75C7B96-0696-1C90-9666-C57E83CC4D05}"/>
                    </a:ext>
                  </a:extLst>
                </p14:cNvPr>
                <p14:cNvContentPartPr/>
                <p14:nvPr/>
              </p14:nvContentPartPr>
              <p14:xfrm>
                <a:off x="1981055" y="4162863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28F6BA1-BBA6-CC84-200C-5F0CC846822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180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8C9FC3D-C788-48AB-86A7-3DFEDA1F07BB}"/>
                    </a:ext>
                  </a:extLst>
                </p14:cNvPr>
                <p14:cNvContentPartPr/>
                <p14:nvPr/>
              </p14:nvContentPartPr>
              <p14:xfrm>
                <a:off x="1981055" y="4109943"/>
                <a:ext cx="5400" cy="37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4A5AFB-55AF-99B5-3DB0-64056D7118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18055" y="4046943"/>
                  <a:ext cx="131040" cy="163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CACBB04-C429-8D70-B953-F6BA2C507554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875" y="1964293"/>
            <a:ext cx="3808430" cy="41601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4DBCC9-F386-7E99-78E3-8942F6A6FB60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825" y="1964293"/>
            <a:ext cx="6324512" cy="416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0317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6CC0B-FB48-EE24-D7EC-C783512B3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42911E0F-F860-2534-FFB3-862EC7C779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53064" y="541924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11C09D9B-9AA9-48B4-40E4-82C6122FC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62" y="360363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0485" name="Rectangle 1">
            <a:extLst>
              <a:ext uri="{FF2B5EF4-FFF2-40B4-BE49-F238E27FC236}">
                <a16:creationId xmlns:a16="http://schemas.microsoft.com/office/drawing/2014/main" id="{202DA9F3-FC01-62FB-C508-ABA6EE87F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928814"/>
            <a:ext cx="8715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endParaRPr lang="en-I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DF00BCF9-7F35-29E9-E070-5C735D59A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936" y="360363"/>
            <a:ext cx="1510596" cy="1092149"/>
          </a:xfrm>
          <a:prstGeom prst="rect">
            <a:avLst/>
          </a:prstGeom>
        </p:spPr>
      </p:pic>
      <p:sp>
        <p:nvSpPr>
          <p:cNvPr id="8" name="AutoShape 10">
            <a:extLst>
              <a:ext uri="{FF2B5EF4-FFF2-40B4-BE49-F238E27FC236}">
                <a16:creationId xmlns:a16="http://schemas.microsoft.com/office/drawing/2014/main" id="{7E77886D-8A30-2191-21EF-8311B093D2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165676" cy="316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2">
            <a:extLst>
              <a:ext uri="{FF2B5EF4-FFF2-40B4-BE49-F238E27FC236}">
                <a16:creationId xmlns:a16="http://schemas.microsoft.com/office/drawing/2014/main" id="{43340AE1-7DCF-512A-456D-F703F908DB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325F247-3A2B-7E04-6402-9009D9F98597}"/>
                  </a:ext>
                </a:extLst>
              </p14:cNvPr>
              <p14:cNvContentPartPr/>
              <p14:nvPr/>
            </p14:nvContentPartPr>
            <p14:xfrm>
              <a:off x="2680535" y="4146663"/>
              <a:ext cx="208080" cy="41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B8312E4-DAE2-A096-D644-CD54B3D5BD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17895" y="4084023"/>
                <a:ext cx="3337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62D05B8-27BE-B431-C4C7-FDFF2140022F}"/>
                  </a:ext>
                </a:extLst>
              </p14:cNvPr>
              <p14:cNvContentPartPr/>
              <p14:nvPr/>
            </p14:nvContentPartPr>
            <p14:xfrm>
              <a:off x="2177975" y="4120383"/>
              <a:ext cx="1686240" cy="1231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5246971-A30C-927E-FBA0-EC84798FAA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14975" y="4057383"/>
                <a:ext cx="1811880" cy="2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2CEE2C2E-BCA0-C8CB-BBB0-D920C0C48B0C}"/>
              </a:ext>
            </a:extLst>
          </p:cNvPr>
          <p:cNvGrpSpPr/>
          <p:nvPr/>
        </p:nvGrpSpPr>
        <p:grpSpPr>
          <a:xfrm>
            <a:off x="1938575" y="4109943"/>
            <a:ext cx="314280" cy="93240"/>
            <a:chOff x="1938575" y="4109943"/>
            <a:chExt cx="314280" cy="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D179806-A584-93CB-538B-AC5E9602FC07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07A18A-E823-D170-0514-EDCFEBE393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D24C7F3-0D0F-B4EB-07CA-E1FFAA6D2FA6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90F385-BC88-F4C7-F47E-6D100F1CB2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3AEAAA3-5E85-EB77-E109-73841015611C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92968C4-6C32-9740-78C8-4FD98C4936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7938AC9-C88D-630F-06D9-A5C2C543DFA4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B072200-50E0-2E1F-70F7-3788BDD24D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1A062C2-D1EE-F1D1-8448-F16C18699D7E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4644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EA56C9-8D34-571E-C863-6A1E705CB3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26855" y="4099863"/>
                  <a:ext cx="172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B82509F-F3C2-FFCC-2137-2551B7ED08B1}"/>
                    </a:ext>
                  </a:extLst>
                </p14:cNvPr>
                <p14:cNvContentPartPr/>
                <p14:nvPr/>
              </p14:nvContentPartPr>
              <p14:xfrm>
                <a:off x="2145215" y="4138383"/>
                <a:ext cx="107640" cy="2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4B6AB36-4BE4-53D0-F778-F4CE336D862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82575" y="4075383"/>
                  <a:ext cx="233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5D6C5F2-BC6B-C9C1-4E2A-0A78DD05978D}"/>
                    </a:ext>
                  </a:extLst>
                </p14:cNvPr>
                <p14:cNvContentPartPr/>
                <p14:nvPr/>
              </p14:nvContentPartPr>
              <p14:xfrm>
                <a:off x="1938575" y="4134423"/>
                <a:ext cx="74880" cy="4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86C84D5-735C-98C7-ED5B-DAD6CD5FB1B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75575" y="4071423"/>
                  <a:ext cx="2005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E86A44D-39D9-7E04-A556-15809B0A1116}"/>
                    </a:ext>
                  </a:extLst>
                </p14:cNvPr>
                <p14:cNvContentPartPr/>
                <p14:nvPr/>
              </p14:nvContentPartPr>
              <p14:xfrm>
                <a:off x="1940735" y="4130463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2DDA6E5-7B87-DF38-A5FF-980F8F5B0B5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78095" y="406782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02D6708-8046-AB5D-AC3F-67EF8C71BC9B}"/>
                    </a:ext>
                  </a:extLst>
                </p14:cNvPr>
                <p14:cNvContentPartPr/>
                <p14:nvPr/>
              </p14:nvContentPartPr>
              <p14:xfrm>
                <a:off x="1940735" y="4130463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2AC84BC-A03A-7071-1F69-A99936321F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78095" y="406782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F860109-1867-5EEB-48AA-3FFA6A0064F5}"/>
                    </a:ext>
                  </a:extLst>
                </p14:cNvPr>
                <p14:cNvContentPartPr/>
                <p14:nvPr/>
              </p14:nvContentPartPr>
              <p14:xfrm>
                <a:off x="1949015" y="4146663"/>
                <a:ext cx="13320" cy="50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3D09570-70D8-EB06-29A8-46E3635F8B8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86375" y="4084023"/>
                  <a:ext cx="1389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BE70A03-626C-778E-B28C-37B2311333C5}"/>
                    </a:ext>
                  </a:extLst>
                </p14:cNvPr>
                <p14:cNvContentPartPr/>
                <p14:nvPr/>
              </p14:nvContentPartPr>
              <p14:xfrm>
                <a:off x="1965215" y="4202823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BF9F49-87EA-A0F5-9097-E86291E0A4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02215" y="414018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45EDCC6-754D-92FF-D239-C239BB22B631}"/>
                    </a:ext>
                  </a:extLst>
                </p14:cNvPr>
                <p14:cNvContentPartPr/>
                <p14:nvPr/>
              </p14:nvContentPartPr>
              <p14:xfrm>
                <a:off x="1972415" y="4117503"/>
                <a:ext cx="9000" cy="7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7EE5D60-DCCF-8EE9-D097-B231D5D00E3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09775" y="4054863"/>
                  <a:ext cx="1346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5FE4483-800B-A368-6D87-05C60B8EFEF5}"/>
                    </a:ext>
                  </a:extLst>
                </p14:cNvPr>
                <p14:cNvContentPartPr/>
                <p14:nvPr/>
              </p14:nvContentPartPr>
              <p14:xfrm>
                <a:off x="1981055" y="4162863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BA21F76-AF7E-858A-E28B-D2919276D8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180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97AFCF8-1451-8A82-0760-315DF53171E2}"/>
                    </a:ext>
                  </a:extLst>
                </p14:cNvPr>
                <p14:cNvContentPartPr/>
                <p14:nvPr/>
              </p14:nvContentPartPr>
              <p14:xfrm>
                <a:off x="1981055" y="4162863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28F6BA1-BBA6-CC84-200C-5F0CC846822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180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C76AE13-E54A-C4F5-292A-E84CC86CE900}"/>
                    </a:ext>
                  </a:extLst>
                </p14:cNvPr>
                <p14:cNvContentPartPr/>
                <p14:nvPr/>
              </p14:nvContentPartPr>
              <p14:xfrm>
                <a:off x="1981055" y="4109943"/>
                <a:ext cx="5400" cy="37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4A5AFB-55AF-99B5-3DB0-64056D7118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18055" y="4046943"/>
                  <a:ext cx="131040" cy="163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0F477F8-2EFC-FB95-A49B-6F90CD400C63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762" y="2161226"/>
            <a:ext cx="4913693" cy="37291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ABDE11-8A5E-F183-2CEB-ED12F027B7E0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975" y="2161226"/>
            <a:ext cx="5482354" cy="372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32652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8F544-A191-9964-1FE6-0D78405D1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9F38AEFB-16F7-7758-DE8F-DCD18BFF698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53064" y="541924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47D5B1E6-8B1A-506A-DB3E-577543FE7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62" y="360363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0485" name="Rectangle 1">
            <a:extLst>
              <a:ext uri="{FF2B5EF4-FFF2-40B4-BE49-F238E27FC236}">
                <a16:creationId xmlns:a16="http://schemas.microsoft.com/office/drawing/2014/main" id="{3EB4488F-EFB9-BE04-73E1-C4F561ED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928814"/>
            <a:ext cx="8715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endParaRPr lang="en-I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F9621EBD-E3E5-2E55-1E17-89F3E56C3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936" y="360363"/>
            <a:ext cx="1510596" cy="1092149"/>
          </a:xfrm>
          <a:prstGeom prst="rect">
            <a:avLst/>
          </a:prstGeom>
        </p:spPr>
      </p:pic>
      <p:sp>
        <p:nvSpPr>
          <p:cNvPr id="8" name="AutoShape 10">
            <a:extLst>
              <a:ext uri="{FF2B5EF4-FFF2-40B4-BE49-F238E27FC236}">
                <a16:creationId xmlns:a16="http://schemas.microsoft.com/office/drawing/2014/main" id="{36CB0645-6F45-5BB8-A005-475E44C6B3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165676" cy="316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2">
            <a:extLst>
              <a:ext uri="{FF2B5EF4-FFF2-40B4-BE49-F238E27FC236}">
                <a16:creationId xmlns:a16="http://schemas.microsoft.com/office/drawing/2014/main" id="{1CDF2F2D-AA4B-2C67-D40D-CBE700F3EC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8339072-B2B5-A824-32DF-204519D2E630}"/>
                  </a:ext>
                </a:extLst>
              </p14:cNvPr>
              <p14:cNvContentPartPr/>
              <p14:nvPr/>
            </p14:nvContentPartPr>
            <p14:xfrm>
              <a:off x="2680535" y="4146663"/>
              <a:ext cx="208080" cy="41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B8312E4-DAE2-A096-D644-CD54B3D5BD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17895" y="4084023"/>
                <a:ext cx="3337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C381E69-65AA-BFE1-43C1-B6837C375D1A}"/>
                  </a:ext>
                </a:extLst>
              </p14:cNvPr>
              <p14:cNvContentPartPr/>
              <p14:nvPr/>
            </p14:nvContentPartPr>
            <p14:xfrm>
              <a:off x="2177975" y="4120383"/>
              <a:ext cx="1686240" cy="1231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5246971-A30C-927E-FBA0-EC84798FAA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14975" y="4057383"/>
                <a:ext cx="1811880" cy="2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34E2CEE8-2FBE-4DAF-45E3-E7C94D10185A}"/>
              </a:ext>
            </a:extLst>
          </p:cNvPr>
          <p:cNvGrpSpPr/>
          <p:nvPr/>
        </p:nvGrpSpPr>
        <p:grpSpPr>
          <a:xfrm>
            <a:off x="1938575" y="4109943"/>
            <a:ext cx="314280" cy="93240"/>
            <a:chOff x="1938575" y="4109943"/>
            <a:chExt cx="314280" cy="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66C3E28-BA06-7A83-49B3-8658C833372B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07A18A-E823-D170-0514-EDCFEBE393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558E479-3FF3-C32D-E411-DEB95FE1398B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90F385-BC88-F4C7-F47E-6D100F1CB2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7F6E93-3309-431E-678D-334A758CE920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92968C4-6C32-9740-78C8-4FD98C4936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816B21B-B80C-79B7-CF3B-178AF426EF59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B072200-50E0-2E1F-70F7-3788BDD24D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28B0649-D16E-79AF-4815-03634D06AC69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4644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EA56C9-8D34-571E-C863-6A1E705CB3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26855" y="4099863"/>
                  <a:ext cx="172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0D9BF5C-2C32-3A81-661B-DD1CF60769D7}"/>
                    </a:ext>
                  </a:extLst>
                </p14:cNvPr>
                <p14:cNvContentPartPr/>
                <p14:nvPr/>
              </p14:nvContentPartPr>
              <p14:xfrm>
                <a:off x="2145215" y="4138383"/>
                <a:ext cx="107640" cy="2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4B6AB36-4BE4-53D0-F778-F4CE336D862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82575" y="4075383"/>
                  <a:ext cx="233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B92E146-2933-79BF-21D5-E2B9C5F3B108}"/>
                    </a:ext>
                  </a:extLst>
                </p14:cNvPr>
                <p14:cNvContentPartPr/>
                <p14:nvPr/>
              </p14:nvContentPartPr>
              <p14:xfrm>
                <a:off x="1938575" y="4134423"/>
                <a:ext cx="74880" cy="4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86C84D5-735C-98C7-ED5B-DAD6CD5FB1B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75575" y="4071423"/>
                  <a:ext cx="2005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F2EBA78-A0F8-96DB-CF0B-D3E328057FDC}"/>
                    </a:ext>
                  </a:extLst>
                </p14:cNvPr>
                <p14:cNvContentPartPr/>
                <p14:nvPr/>
              </p14:nvContentPartPr>
              <p14:xfrm>
                <a:off x="1940735" y="4130463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2DDA6E5-7B87-DF38-A5FF-980F8F5B0B5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78095" y="406782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21272A2-8D23-52B1-CF23-2D8D6CECD5B4}"/>
                    </a:ext>
                  </a:extLst>
                </p14:cNvPr>
                <p14:cNvContentPartPr/>
                <p14:nvPr/>
              </p14:nvContentPartPr>
              <p14:xfrm>
                <a:off x="1940735" y="4130463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2AC84BC-A03A-7071-1F69-A99936321F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78095" y="406782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5F863D5-08A3-FB4D-8AC8-DB6AB69AF7BD}"/>
                    </a:ext>
                  </a:extLst>
                </p14:cNvPr>
                <p14:cNvContentPartPr/>
                <p14:nvPr/>
              </p14:nvContentPartPr>
              <p14:xfrm>
                <a:off x="1949015" y="4146663"/>
                <a:ext cx="13320" cy="50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3D09570-70D8-EB06-29A8-46E3635F8B8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86375" y="4084023"/>
                  <a:ext cx="1389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C946589-5D4F-FB5C-8C90-ED1575F44CE2}"/>
                    </a:ext>
                  </a:extLst>
                </p14:cNvPr>
                <p14:cNvContentPartPr/>
                <p14:nvPr/>
              </p14:nvContentPartPr>
              <p14:xfrm>
                <a:off x="1965215" y="4202823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BF9F49-87EA-A0F5-9097-E86291E0A4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02215" y="414018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55EE205-3FDB-6E46-4945-43BF5EB71C54}"/>
                    </a:ext>
                  </a:extLst>
                </p14:cNvPr>
                <p14:cNvContentPartPr/>
                <p14:nvPr/>
              </p14:nvContentPartPr>
              <p14:xfrm>
                <a:off x="1972415" y="4117503"/>
                <a:ext cx="9000" cy="7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7EE5D60-DCCF-8EE9-D097-B231D5D00E3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09775" y="4054863"/>
                  <a:ext cx="1346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C5FE02B-0618-5F65-F865-C1EF613C4715}"/>
                    </a:ext>
                  </a:extLst>
                </p14:cNvPr>
                <p14:cNvContentPartPr/>
                <p14:nvPr/>
              </p14:nvContentPartPr>
              <p14:xfrm>
                <a:off x="1981055" y="4162863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BA21F76-AF7E-858A-E28B-D2919276D8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180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98E0FA9-B1C5-BE1B-05FB-A9924C6AAA74}"/>
                    </a:ext>
                  </a:extLst>
                </p14:cNvPr>
                <p14:cNvContentPartPr/>
                <p14:nvPr/>
              </p14:nvContentPartPr>
              <p14:xfrm>
                <a:off x="1981055" y="4162863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28F6BA1-BBA6-CC84-200C-5F0CC846822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180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E08B1D-2FA3-B730-90C6-C31639D8B65B}"/>
                    </a:ext>
                  </a:extLst>
                </p14:cNvPr>
                <p14:cNvContentPartPr/>
                <p14:nvPr/>
              </p14:nvContentPartPr>
              <p14:xfrm>
                <a:off x="1981055" y="4109943"/>
                <a:ext cx="5400" cy="37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4A5AFB-55AF-99B5-3DB0-64056D7118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18055" y="4046943"/>
                  <a:ext cx="131040" cy="163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55BD9BC-2280-9014-79E1-2A17F4B234D8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67" y="1861661"/>
            <a:ext cx="5513253" cy="4146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5FEB20-C2B4-37E0-1B9A-5061C8C492D7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440" y="1861662"/>
            <a:ext cx="5197533" cy="414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97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6AFC6-9AEA-B864-F66F-8577000D9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C1ECB02E-13DB-DF7D-B433-F035E1EA053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53064" y="541924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53A8AC43-37AC-DDA5-F365-6E664B139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62" y="360363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0485" name="Rectangle 1">
            <a:extLst>
              <a:ext uri="{FF2B5EF4-FFF2-40B4-BE49-F238E27FC236}">
                <a16:creationId xmlns:a16="http://schemas.microsoft.com/office/drawing/2014/main" id="{955AF44B-8FE2-16D7-B463-BEE0A34C1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928814"/>
            <a:ext cx="8715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endParaRPr lang="en-I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3A4A0ABF-9C5D-7AE5-B76A-12709B2F84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936" y="360363"/>
            <a:ext cx="1510596" cy="1092149"/>
          </a:xfrm>
          <a:prstGeom prst="rect">
            <a:avLst/>
          </a:prstGeom>
        </p:spPr>
      </p:pic>
      <p:sp>
        <p:nvSpPr>
          <p:cNvPr id="8" name="AutoShape 10">
            <a:extLst>
              <a:ext uri="{FF2B5EF4-FFF2-40B4-BE49-F238E27FC236}">
                <a16:creationId xmlns:a16="http://schemas.microsoft.com/office/drawing/2014/main" id="{A6E4873D-ADEA-6A60-F42F-11A4BAF4A4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165676" cy="316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2">
            <a:extLst>
              <a:ext uri="{FF2B5EF4-FFF2-40B4-BE49-F238E27FC236}">
                <a16:creationId xmlns:a16="http://schemas.microsoft.com/office/drawing/2014/main" id="{8D88F607-3946-2BE5-0D49-7DA70C1AA5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47249C0-A513-ED66-8F9C-4319B5B7260C}"/>
                  </a:ext>
                </a:extLst>
              </p14:cNvPr>
              <p14:cNvContentPartPr/>
              <p14:nvPr/>
            </p14:nvContentPartPr>
            <p14:xfrm>
              <a:off x="2680535" y="4146663"/>
              <a:ext cx="208080" cy="41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B8312E4-DAE2-A096-D644-CD54B3D5BD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17895" y="4084023"/>
                <a:ext cx="3337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556A5AA-D4B7-00AC-D98E-692513ACB6B8}"/>
                  </a:ext>
                </a:extLst>
              </p14:cNvPr>
              <p14:cNvContentPartPr/>
              <p14:nvPr/>
            </p14:nvContentPartPr>
            <p14:xfrm>
              <a:off x="2177975" y="4120383"/>
              <a:ext cx="1686240" cy="1231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5246971-A30C-927E-FBA0-EC84798FAA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14975" y="4057383"/>
                <a:ext cx="1811880" cy="2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6711DE75-B5A4-8BA0-C07B-193879C2E719}"/>
              </a:ext>
            </a:extLst>
          </p:cNvPr>
          <p:cNvGrpSpPr/>
          <p:nvPr/>
        </p:nvGrpSpPr>
        <p:grpSpPr>
          <a:xfrm>
            <a:off x="1938575" y="4109943"/>
            <a:ext cx="314280" cy="93240"/>
            <a:chOff x="1938575" y="4109943"/>
            <a:chExt cx="314280" cy="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DD102BD-EE4D-AAF3-9EAB-31F524ABE9C4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07A18A-E823-D170-0514-EDCFEBE393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5EB7E1A-BCE6-03A4-DE53-3B325AB99965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90F385-BC88-F4C7-F47E-6D100F1CB2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B7B3038-34BB-58FA-E161-E17611C4BFC6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92968C4-6C32-9740-78C8-4FD98C4936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87B5441-704B-3DBA-84EC-C9151242F6E0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B072200-50E0-2E1F-70F7-3788BDD24D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68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C696F7C-BA80-2BA0-AD80-EC95AF6261AE}"/>
                    </a:ext>
                  </a:extLst>
                </p14:cNvPr>
                <p14:cNvContentPartPr/>
                <p14:nvPr/>
              </p14:nvContentPartPr>
              <p14:xfrm>
                <a:off x="2189855" y="4162863"/>
                <a:ext cx="4644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EA56C9-8D34-571E-C863-6A1E705CB3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26855" y="4099863"/>
                  <a:ext cx="172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ADBFB55-DE34-63BD-65CB-9C08FA793117}"/>
                    </a:ext>
                  </a:extLst>
                </p14:cNvPr>
                <p14:cNvContentPartPr/>
                <p14:nvPr/>
              </p14:nvContentPartPr>
              <p14:xfrm>
                <a:off x="2145215" y="4138383"/>
                <a:ext cx="107640" cy="2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4B6AB36-4BE4-53D0-F778-F4CE336D862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82575" y="4075383"/>
                  <a:ext cx="233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09FAEC8-DB84-5B31-A899-BE5F98DEC707}"/>
                    </a:ext>
                  </a:extLst>
                </p14:cNvPr>
                <p14:cNvContentPartPr/>
                <p14:nvPr/>
              </p14:nvContentPartPr>
              <p14:xfrm>
                <a:off x="1938575" y="4134423"/>
                <a:ext cx="74880" cy="4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86C84D5-735C-98C7-ED5B-DAD6CD5FB1B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75575" y="4071423"/>
                  <a:ext cx="2005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4F48DA5-A2E7-E5F0-9144-21D09C5F8294}"/>
                    </a:ext>
                  </a:extLst>
                </p14:cNvPr>
                <p14:cNvContentPartPr/>
                <p14:nvPr/>
              </p14:nvContentPartPr>
              <p14:xfrm>
                <a:off x="1940735" y="4130463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2DDA6E5-7B87-DF38-A5FF-980F8F5B0B5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78095" y="406782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E59B3A-BDCE-BD4C-55D2-252C088E5394}"/>
                    </a:ext>
                  </a:extLst>
                </p14:cNvPr>
                <p14:cNvContentPartPr/>
                <p14:nvPr/>
              </p14:nvContentPartPr>
              <p14:xfrm>
                <a:off x="1940735" y="4130463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2AC84BC-A03A-7071-1F69-A99936321F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78095" y="406782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C3EE292-3DF4-45DD-2BE1-8B53DA14FD5D}"/>
                    </a:ext>
                  </a:extLst>
                </p14:cNvPr>
                <p14:cNvContentPartPr/>
                <p14:nvPr/>
              </p14:nvContentPartPr>
              <p14:xfrm>
                <a:off x="1949015" y="4146663"/>
                <a:ext cx="13320" cy="50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3D09570-70D8-EB06-29A8-46E3635F8B8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86375" y="4084023"/>
                  <a:ext cx="1389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FDCC18E-1809-6526-42B8-E03B02DBBC7A}"/>
                    </a:ext>
                  </a:extLst>
                </p14:cNvPr>
                <p14:cNvContentPartPr/>
                <p14:nvPr/>
              </p14:nvContentPartPr>
              <p14:xfrm>
                <a:off x="1965215" y="4202823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BF9F49-87EA-A0F5-9097-E86291E0A4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02215" y="414018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1BF90CD-5BD9-9D73-ECBE-748A7CF52AFD}"/>
                    </a:ext>
                  </a:extLst>
                </p14:cNvPr>
                <p14:cNvContentPartPr/>
                <p14:nvPr/>
              </p14:nvContentPartPr>
              <p14:xfrm>
                <a:off x="1972415" y="4117503"/>
                <a:ext cx="9000" cy="7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7EE5D60-DCCF-8EE9-D097-B231D5D00E3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09775" y="4054863"/>
                  <a:ext cx="1346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33BEA16-E5AC-BB76-635A-852EBDD55109}"/>
                    </a:ext>
                  </a:extLst>
                </p14:cNvPr>
                <p14:cNvContentPartPr/>
                <p14:nvPr/>
              </p14:nvContentPartPr>
              <p14:xfrm>
                <a:off x="1981055" y="4162863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BA21F76-AF7E-858A-E28B-D2919276D8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180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061FBA8-EEE0-86D5-5107-308F573AD08B}"/>
                    </a:ext>
                  </a:extLst>
                </p14:cNvPr>
                <p14:cNvContentPartPr/>
                <p14:nvPr/>
              </p14:nvContentPartPr>
              <p14:xfrm>
                <a:off x="1981055" y="4162863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28F6BA1-BBA6-CC84-200C-5F0CC846822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18055" y="40998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B53E4CC-CACA-2493-7C9F-B05724034065}"/>
                    </a:ext>
                  </a:extLst>
                </p14:cNvPr>
                <p14:cNvContentPartPr/>
                <p14:nvPr/>
              </p14:nvContentPartPr>
              <p14:xfrm>
                <a:off x="1981055" y="4109943"/>
                <a:ext cx="5400" cy="37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4A5AFB-55AF-99B5-3DB0-64056D7118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18055" y="4046943"/>
                  <a:ext cx="131040" cy="163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CD56D3D-7164-B174-4656-7ECA5E95D168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62" y="1928814"/>
            <a:ext cx="5327748" cy="3766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9ED99-DADC-35F4-9136-0B96BFA48AAC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483" y="1928751"/>
            <a:ext cx="5652043" cy="376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1427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4FDDF-F763-3EB9-EFB1-72EDE991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2F014162-F112-AF9D-6C3C-6A5E59242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sz="2800" b="1" dirty="0">
              <a:solidFill>
                <a:srgbClr val="FF0066"/>
              </a:solidFill>
              <a:cs typeface="Arial" panose="020B0604020202020204" pitchFamily="34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45E97DA4-7EF6-3C53-7461-9D72BFE41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8CC745FE-679A-EFDD-5E74-F1D191646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AA5C4A1-8654-6CD2-8EFA-C0F345E3C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0352" y="1631014"/>
            <a:ext cx="8790902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developed a structured database system for managing sports teams, athletes, coaches, and events.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demonstrated effective use of SQL concepts such as primary keys, foreign keys, JOIN operations, and aggregation.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data redundancy and improves accuracy through proper relational design.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shows how database systems can efficiently manage and retrieve sports-related data.</a:t>
            </a:r>
          </a:p>
        </p:txBody>
      </p:sp>
    </p:spTree>
    <p:extLst>
      <p:ext uri="{BB962C8B-B14F-4D97-AF65-F5344CB8AC3E}">
        <p14:creationId xmlns:p14="http://schemas.microsoft.com/office/powerpoint/2010/main" val="28232942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C31E-EE5A-F5C4-D39F-13E432A94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BE938384-F488-265C-B99A-72294CCE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altLang="en-US" sz="2800" b="1" dirty="0">
              <a:solidFill>
                <a:srgbClr val="FF0066"/>
              </a:solidFill>
              <a:cs typeface="Arial" panose="020B0604020202020204" pitchFamily="34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879B58C3-190D-70E1-E0C6-8CBF54FAC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5EEBEB92-255F-7294-8A64-18A6B86FB0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49C4B8FC-A2D4-0DA8-48B5-B260763E6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675" y="1648253"/>
            <a:ext cx="8799095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enhanced by developing a user-friendly web or mobile interface for easier access.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integration can be added to manage live sports events and updates.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can be implemented to track player performance and team statistics.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can be expanded to include additional modules like match scheduling, sponsorship, and rankings.</a:t>
            </a:r>
          </a:p>
        </p:txBody>
      </p:sp>
    </p:spTree>
    <p:extLst>
      <p:ext uri="{BB962C8B-B14F-4D97-AF65-F5344CB8AC3E}">
        <p14:creationId xmlns:p14="http://schemas.microsoft.com/office/powerpoint/2010/main" val="326187970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aching Teenagers about Thank You Notes | Pleasant Hill, CA Patch">
            <a:extLst>
              <a:ext uri="{FF2B5EF4-FFF2-40B4-BE49-F238E27FC236}">
                <a16:creationId xmlns:a16="http://schemas.microsoft.com/office/drawing/2014/main" id="{E86C9E8C-CF2F-2308-9957-BCE3F5C67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138" y="1342571"/>
            <a:ext cx="5561724" cy="4172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569</Words>
  <Application>Microsoft Office PowerPoint</Application>
  <PresentationFormat>Widescreen</PresentationFormat>
  <Paragraphs>92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PRESENTATION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</vt:lpstr>
      <vt:lpstr>IMPLEMENTATION</vt:lpstr>
      <vt:lpstr>IMPLEMENTATION</vt:lpstr>
      <vt:lpstr>IMPLEMENTATION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Matheswaran P</dc:creator>
  <cp:lastModifiedBy>akashaya akashaya</cp:lastModifiedBy>
  <cp:revision>22</cp:revision>
  <dcterms:created xsi:type="dcterms:W3CDTF">2023-12-21T13:31:05Z</dcterms:created>
  <dcterms:modified xsi:type="dcterms:W3CDTF">2026-04-29T08:40:27Z</dcterms:modified>
</cp:coreProperties>
</file>